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77DE98-EE21-48A2-9D4B-02C95EDB6EEE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661EF3-6A0C-49A5-894B-8297178F4BD7}">
      <dgm:prSet phldrT="[Text]"/>
      <dgm:spPr/>
      <dgm:t>
        <a:bodyPr/>
        <a:lstStyle/>
        <a:p>
          <a:r>
            <a:rPr lang="en-US" dirty="0"/>
            <a:t>General Manager</a:t>
          </a:r>
        </a:p>
      </dgm:t>
    </dgm:pt>
    <dgm:pt modelId="{D0CB5B38-93F2-43AC-8CCB-29F63964DB84}" type="parTrans" cxnId="{30B0744B-6549-49BA-BDB9-218846A52EC9}">
      <dgm:prSet/>
      <dgm:spPr/>
      <dgm:t>
        <a:bodyPr/>
        <a:lstStyle/>
        <a:p>
          <a:endParaRPr lang="en-US"/>
        </a:p>
      </dgm:t>
    </dgm:pt>
    <dgm:pt modelId="{6F4DF157-7800-447D-964D-586B8CC002DA}" type="sibTrans" cxnId="{30B0744B-6549-49BA-BDB9-218846A52EC9}">
      <dgm:prSet/>
      <dgm:spPr/>
      <dgm:t>
        <a:bodyPr/>
        <a:lstStyle/>
        <a:p>
          <a:endParaRPr lang="en-US"/>
        </a:p>
      </dgm:t>
    </dgm:pt>
    <dgm:pt modelId="{F4779A97-687A-47B3-AFB2-6AB2F70DD4A2}">
      <dgm:prSet phldrT="[Text]"/>
      <dgm:spPr/>
      <dgm:t>
        <a:bodyPr/>
        <a:lstStyle/>
        <a:p>
          <a:r>
            <a:rPr lang="en-US" dirty="0"/>
            <a:t>Director of Rooms</a:t>
          </a:r>
        </a:p>
      </dgm:t>
    </dgm:pt>
    <dgm:pt modelId="{C6770AFF-D15B-45CE-8595-9D6FD34BDE44}" type="parTrans" cxnId="{F9F6C097-8BD8-4CB2-B12E-25E7C4EF582B}">
      <dgm:prSet/>
      <dgm:spPr/>
      <dgm:t>
        <a:bodyPr/>
        <a:lstStyle/>
        <a:p>
          <a:endParaRPr lang="en-US"/>
        </a:p>
      </dgm:t>
    </dgm:pt>
    <dgm:pt modelId="{0A6DC514-2097-4155-8A07-7E538C88CEAA}" type="sibTrans" cxnId="{F9F6C097-8BD8-4CB2-B12E-25E7C4EF582B}">
      <dgm:prSet/>
      <dgm:spPr/>
      <dgm:t>
        <a:bodyPr/>
        <a:lstStyle/>
        <a:p>
          <a:endParaRPr lang="en-US"/>
        </a:p>
      </dgm:t>
    </dgm:pt>
    <dgm:pt modelId="{18DB0FF6-74F4-4779-8F7F-24691FC3CFB1}">
      <dgm:prSet phldrT="[Text]"/>
      <dgm:spPr/>
      <dgm:t>
        <a:bodyPr/>
        <a:lstStyle/>
        <a:p>
          <a:r>
            <a:rPr lang="en-US" dirty="0"/>
            <a:t>Director of Finance</a:t>
          </a:r>
        </a:p>
      </dgm:t>
    </dgm:pt>
    <dgm:pt modelId="{6C83206E-50CA-44CE-B85A-A1C0BE2071A0}" type="parTrans" cxnId="{D9AC5331-5206-4145-B979-586B822845D8}">
      <dgm:prSet/>
      <dgm:spPr/>
      <dgm:t>
        <a:bodyPr/>
        <a:lstStyle/>
        <a:p>
          <a:endParaRPr lang="en-US"/>
        </a:p>
      </dgm:t>
    </dgm:pt>
    <dgm:pt modelId="{AAF5F5E6-B0FC-47D9-B48A-C94FFA3D94A7}" type="sibTrans" cxnId="{D9AC5331-5206-4145-B979-586B822845D8}">
      <dgm:prSet/>
      <dgm:spPr/>
      <dgm:t>
        <a:bodyPr/>
        <a:lstStyle/>
        <a:p>
          <a:endParaRPr lang="en-US"/>
        </a:p>
      </dgm:t>
    </dgm:pt>
    <dgm:pt modelId="{4E8CFF0C-149E-4F9B-82FB-102B9174F610}">
      <dgm:prSet phldrT="[Text]"/>
      <dgm:spPr/>
      <dgm:t>
        <a:bodyPr/>
        <a:lstStyle/>
        <a:p>
          <a:r>
            <a:rPr lang="en-US" dirty="0"/>
            <a:t>Accounting Manager</a:t>
          </a:r>
        </a:p>
      </dgm:t>
    </dgm:pt>
    <dgm:pt modelId="{5632B488-547B-4023-8EC1-8823AC80F716}" type="parTrans" cxnId="{040B2DBB-1917-4711-9A79-9DEDB99F3E9D}">
      <dgm:prSet/>
      <dgm:spPr/>
      <dgm:t>
        <a:bodyPr/>
        <a:lstStyle/>
        <a:p>
          <a:endParaRPr lang="en-US"/>
        </a:p>
      </dgm:t>
    </dgm:pt>
    <dgm:pt modelId="{493C6482-83D9-4403-84EA-884C49C0E77C}" type="sibTrans" cxnId="{040B2DBB-1917-4711-9A79-9DEDB99F3E9D}">
      <dgm:prSet/>
      <dgm:spPr/>
      <dgm:t>
        <a:bodyPr/>
        <a:lstStyle/>
        <a:p>
          <a:endParaRPr lang="en-US"/>
        </a:p>
      </dgm:t>
    </dgm:pt>
    <dgm:pt modelId="{8738A064-BC19-4999-82F7-43BCE7126F46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Director of People &amp; Culture</a:t>
          </a:r>
          <a:r>
            <a:rPr lang="en-US" baseline="30000" dirty="0"/>
            <a:t>1</a:t>
          </a:r>
        </a:p>
      </dgm:t>
    </dgm:pt>
    <dgm:pt modelId="{E95A36C0-A36F-420D-A530-61E22C4CCC5A}" type="parTrans" cxnId="{BEDAAD5B-2B6A-4473-935B-62866CDF8D80}">
      <dgm:prSet/>
      <dgm:spPr/>
      <dgm:t>
        <a:bodyPr/>
        <a:lstStyle/>
        <a:p>
          <a:endParaRPr lang="en-US"/>
        </a:p>
      </dgm:t>
    </dgm:pt>
    <dgm:pt modelId="{8C84647C-1108-491F-BB54-74348683B146}" type="sibTrans" cxnId="{BEDAAD5B-2B6A-4473-935B-62866CDF8D80}">
      <dgm:prSet/>
      <dgm:spPr/>
      <dgm:t>
        <a:bodyPr/>
        <a:lstStyle/>
        <a:p>
          <a:endParaRPr lang="en-US"/>
        </a:p>
      </dgm:t>
    </dgm:pt>
    <dgm:pt modelId="{4940510F-6D7B-4948-869D-7BC39F9DECE2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Director of Sales &amp; Marketing</a:t>
          </a:r>
          <a:r>
            <a:rPr lang="en-US" baseline="30000" dirty="0"/>
            <a:t>2</a:t>
          </a:r>
        </a:p>
      </dgm:t>
    </dgm:pt>
    <dgm:pt modelId="{BBD13450-317B-4F31-BD44-F89CB984A17B}" type="parTrans" cxnId="{FF8E92AD-CB64-4427-A5B8-F50641D86AEE}">
      <dgm:prSet/>
      <dgm:spPr/>
      <dgm:t>
        <a:bodyPr/>
        <a:lstStyle/>
        <a:p>
          <a:endParaRPr lang="en-US"/>
        </a:p>
      </dgm:t>
    </dgm:pt>
    <dgm:pt modelId="{B48C656C-D60B-4786-8FC5-00C715733040}" type="sibTrans" cxnId="{FF8E92AD-CB64-4427-A5B8-F50641D86AEE}">
      <dgm:prSet/>
      <dgm:spPr/>
      <dgm:t>
        <a:bodyPr/>
        <a:lstStyle/>
        <a:p>
          <a:endParaRPr lang="en-US"/>
        </a:p>
      </dgm:t>
    </dgm:pt>
    <dgm:pt modelId="{755EC5B6-FE4C-4D8F-910E-4018090BDF75}">
      <dgm:prSet phldrT="[Text]"/>
      <dgm:spPr/>
      <dgm:t>
        <a:bodyPr/>
        <a:lstStyle/>
        <a:p>
          <a:r>
            <a:rPr lang="en-US" dirty="0"/>
            <a:t>Sales Manager</a:t>
          </a:r>
        </a:p>
      </dgm:t>
    </dgm:pt>
    <dgm:pt modelId="{08EE0C94-67EA-496A-B880-B1403293407E}" type="parTrans" cxnId="{5FE73854-B83D-4184-BA4E-C454F4D55E00}">
      <dgm:prSet/>
      <dgm:spPr/>
      <dgm:t>
        <a:bodyPr/>
        <a:lstStyle/>
        <a:p>
          <a:endParaRPr lang="en-US"/>
        </a:p>
      </dgm:t>
    </dgm:pt>
    <dgm:pt modelId="{0CE7794B-0FD0-458F-9766-51C9B1657F46}" type="sibTrans" cxnId="{5FE73854-B83D-4184-BA4E-C454F4D55E00}">
      <dgm:prSet/>
      <dgm:spPr/>
      <dgm:t>
        <a:bodyPr/>
        <a:lstStyle/>
        <a:p>
          <a:endParaRPr lang="en-US"/>
        </a:p>
      </dgm:t>
    </dgm:pt>
    <dgm:pt modelId="{033C6A6A-A92B-4596-BC2D-A2CC30822C6C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Director of Revenue Analysis</a:t>
          </a:r>
          <a:r>
            <a:rPr lang="en-US" baseline="30000" dirty="0"/>
            <a:t>3</a:t>
          </a:r>
          <a:endParaRPr lang="en-US" dirty="0"/>
        </a:p>
      </dgm:t>
    </dgm:pt>
    <dgm:pt modelId="{3A9073E9-6325-4CA0-B3DE-7FA01F87ABA7}" type="parTrans" cxnId="{665DEAA6-EB45-4152-8D9A-07DE157C2FAE}">
      <dgm:prSet/>
      <dgm:spPr/>
      <dgm:t>
        <a:bodyPr/>
        <a:lstStyle/>
        <a:p>
          <a:endParaRPr lang="en-US"/>
        </a:p>
      </dgm:t>
    </dgm:pt>
    <dgm:pt modelId="{F797DB0D-886D-4F45-91E0-3A815E54E02A}" type="sibTrans" cxnId="{665DEAA6-EB45-4152-8D9A-07DE157C2FAE}">
      <dgm:prSet/>
      <dgm:spPr/>
      <dgm:t>
        <a:bodyPr/>
        <a:lstStyle/>
        <a:p>
          <a:endParaRPr lang="en-US"/>
        </a:p>
      </dgm:t>
    </dgm:pt>
    <dgm:pt modelId="{869DFD93-52FF-455E-8AF2-1EF2BBF92B8B}">
      <dgm:prSet phldrT="[Text]"/>
      <dgm:spPr/>
      <dgm:t>
        <a:bodyPr/>
        <a:lstStyle/>
        <a:p>
          <a:r>
            <a:rPr lang="en-US" dirty="0"/>
            <a:t>Engineering Supervisor</a:t>
          </a:r>
        </a:p>
      </dgm:t>
    </dgm:pt>
    <dgm:pt modelId="{61486A2E-8DA9-4F2C-BB54-DEE2429787B5}" type="parTrans" cxnId="{A1FCF22E-DDB8-48E1-9BF9-E3D5645EE6F7}">
      <dgm:prSet/>
      <dgm:spPr/>
      <dgm:t>
        <a:bodyPr/>
        <a:lstStyle/>
        <a:p>
          <a:endParaRPr lang="en-US"/>
        </a:p>
      </dgm:t>
    </dgm:pt>
    <dgm:pt modelId="{D2C8D10E-8040-4E50-BF68-20782F6A2EDE}" type="sibTrans" cxnId="{A1FCF22E-DDB8-48E1-9BF9-E3D5645EE6F7}">
      <dgm:prSet/>
      <dgm:spPr/>
      <dgm:t>
        <a:bodyPr/>
        <a:lstStyle/>
        <a:p>
          <a:endParaRPr lang="en-US"/>
        </a:p>
      </dgm:t>
    </dgm:pt>
    <dgm:pt modelId="{DC9AA204-3C4D-4D45-B4DE-27D3C3713CE5}">
      <dgm:prSet phldrT="[Text]"/>
      <dgm:spPr/>
      <dgm:t>
        <a:bodyPr/>
        <a:lstStyle/>
        <a:p>
          <a:r>
            <a:rPr lang="en-US" dirty="0"/>
            <a:t>Front Office Manager</a:t>
          </a:r>
        </a:p>
      </dgm:t>
    </dgm:pt>
    <dgm:pt modelId="{C66407EB-8932-408B-9768-5ED4FD6BC1EF}" type="sibTrans" cxnId="{EC096E01-D25B-411B-B094-9510374A2929}">
      <dgm:prSet/>
      <dgm:spPr/>
      <dgm:t>
        <a:bodyPr/>
        <a:lstStyle/>
        <a:p>
          <a:endParaRPr lang="en-US"/>
        </a:p>
      </dgm:t>
    </dgm:pt>
    <dgm:pt modelId="{5F22B8C9-3CF3-4606-B180-2502D5DAFCF6}" type="parTrans" cxnId="{EC096E01-D25B-411B-B094-9510374A2929}">
      <dgm:prSet/>
      <dgm:spPr/>
      <dgm:t>
        <a:bodyPr/>
        <a:lstStyle/>
        <a:p>
          <a:endParaRPr lang="en-US"/>
        </a:p>
      </dgm:t>
    </dgm:pt>
    <dgm:pt modelId="{B60DEA48-6773-4B04-8F55-EE0D97974967}" type="pres">
      <dgm:prSet presAssocID="{4077DE98-EE21-48A2-9D4B-02C95EDB6EE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AB5C7A-2AB1-4927-9652-A0D23665DADC}" type="pres">
      <dgm:prSet presAssocID="{69661EF3-6A0C-49A5-894B-8297178F4BD7}" presName="hierRoot1" presStyleCnt="0">
        <dgm:presLayoutVars>
          <dgm:hierBranch val="init"/>
        </dgm:presLayoutVars>
      </dgm:prSet>
      <dgm:spPr/>
    </dgm:pt>
    <dgm:pt modelId="{F5E3742D-331D-42E5-915B-2469CB3C9F3D}" type="pres">
      <dgm:prSet presAssocID="{69661EF3-6A0C-49A5-894B-8297178F4BD7}" presName="rootComposite1" presStyleCnt="0"/>
      <dgm:spPr/>
    </dgm:pt>
    <dgm:pt modelId="{A4B84E8A-5ED0-470D-A5BF-8964B1B7B682}" type="pres">
      <dgm:prSet presAssocID="{69661EF3-6A0C-49A5-894B-8297178F4BD7}" presName="rootText1" presStyleLbl="node0" presStyleIdx="0" presStyleCnt="1">
        <dgm:presLayoutVars>
          <dgm:chPref val="3"/>
        </dgm:presLayoutVars>
      </dgm:prSet>
      <dgm:spPr/>
    </dgm:pt>
    <dgm:pt modelId="{D504BE31-7308-45DD-9D1A-037EFA5E0B13}" type="pres">
      <dgm:prSet presAssocID="{69661EF3-6A0C-49A5-894B-8297178F4BD7}" presName="rootConnector1" presStyleLbl="node1" presStyleIdx="0" presStyleCnt="0"/>
      <dgm:spPr/>
    </dgm:pt>
    <dgm:pt modelId="{888D114D-0ACC-4DDB-B9E4-727BB11E7D80}" type="pres">
      <dgm:prSet presAssocID="{69661EF3-6A0C-49A5-894B-8297178F4BD7}" presName="hierChild2" presStyleCnt="0"/>
      <dgm:spPr/>
    </dgm:pt>
    <dgm:pt modelId="{BD4F3E09-F26D-437A-AF0B-DBBF4E3372D8}" type="pres">
      <dgm:prSet presAssocID="{C6770AFF-D15B-45CE-8595-9D6FD34BDE44}" presName="Name64" presStyleLbl="parChTrans1D2" presStyleIdx="0" presStyleCnt="6"/>
      <dgm:spPr/>
    </dgm:pt>
    <dgm:pt modelId="{D910B4ED-42C8-4C22-B81D-1A8ED9ED6594}" type="pres">
      <dgm:prSet presAssocID="{F4779A97-687A-47B3-AFB2-6AB2F70DD4A2}" presName="hierRoot2" presStyleCnt="0">
        <dgm:presLayoutVars>
          <dgm:hierBranch val="init"/>
        </dgm:presLayoutVars>
      </dgm:prSet>
      <dgm:spPr/>
    </dgm:pt>
    <dgm:pt modelId="{20980513-709E-4F5B-BC6A-1BB23BC4CBBA}" type="pres">
      <dgm:prSet presAssocID="{F4779A97-687A-47B3-AFB2-6AB2F70DD4A2}" presName="rootComposite" presStyleCnt="0"/>
      <dgm:spPr/>
    </dgm:pt>
    <dgm:pt modelId="{12F726D9-6734-45BE-B476-0A3D25244444}" type="pres">
      <dgm:prSet presAssocID="{F4779A97-687A-47B3-AFB2-6AB2F70DD4A2}" presName="rootText" presStyleLbl="node2" presStyleIdx="0" presStyleCnt="6">
        <dgm:presLayoutVars>
          <dgm:chPref val="3"/>
        </dgm:presLayoutVars>
      </dgm:prSet>
      <dgm:spPr/>
    </dgm:pt>
    <dgm:pt modelId="{9770008B-CB8E-4E9B-A55D-01A3BFEECF3C}" type="pres">
      <dgm:prSet presAssocID="{F4779A97-687A-47B3-AFB2-6AB2F70DD4A2}" presName="rootConnector" presStyleLbl="node2" presStyleIdx="0" presStyleCnt="6"/>
      <dgm:spPr/>
    </dgm:pt>
    <dgm:pt modelId="{50A12B16-ECF6-464C-9562-A99C57DB574C}" type="pres">
      <dgm:prSet presAssocID="{F4779A97-687A-47B3-AFB2-6AB2F70DD4A2}" presName="hierChild4" presStyleCnt="0"/>
      <dgm:spPr/>
    </dgm:pt>
    <dgm:pt modelId="{7B2CA4D2-A4EE-4780-A53D-1C50D24BA8B3}" type="pres">
      <dgm:prSet presAssocID="{5F22B8C9-3CF3-4606-B180-2502D5DAFCF6}" presName="Name64" presStyleLbl="parChTrans1D3" presStyleIdx="0" presStyleCnt="3"/>
      <dgm:spPr/>
    </dgm:pt>
    <dgm:pt modelId="{300DAAFB-FC09-47A0-B68E-BBD6CBAB2659}" type="pres">
      <dgm:prSet presAssocID="{DC9AA204-3C4D-4D45-B4DE-27D3C3713CE5}" presName="hierRoot2" presStyleCnt="0">
        <dgm:presLayoutVars>
          <dgm:hierBranch val="init"/>
        </dgm:presLayoutVars>
      </dgm:prSet>
      <dgm:spPr/>
    </dgm:pt>
    <dgm:pt modelId="{3F49D718-4CCD-420C-B12B-0EB547572A42}" type="pres">
      <dgm:prSet presAssocID="{DC9AA204-3C4D-4D45-B4DE-27D3C3713CE5}" presName="rootComposite" presStyleCnt="0"/>
      <dgm:spPr/>
    </dgm:pt>
    <dgm:pt modelId="{684CEAAE-A9D6-4DDA-9172-F9486DE324B7}" type="pres">
      <dgm:prSet presAssocID="{DC9AA204-3C4D-4D45-B4DE-27D3C3713CE5}" presName="rootText" presStyleLbl="node3" presStyleIdx="0" presStyleCnt="3">
        <dgm:presLayoutVars>
          <dgm:chPref val="3"/>
        </dgm:presLayoutVars>
      </dgm:prSet>
      <dgm:spPr/>
    </dgm:pt>
    <dgm:pt modelId="{2C125664-1565-4521-B5AA-D81B6B88BC56}" type="pres">
      <dgm:prSet presAssocID="{DC9AA204-3C4D-4D45-B4DE-27D3C3713CE5}" presName="rootConnector" presStyleLbl="node3" presStyleIdx="0" presStyleCnt="3"/>
      <dgm:spPr/>
    </dgm:pt>
    <dgm:pt modelId="{0B8BC125-202E-455E-83EA-A4F1B49766DC}" type="pres">
      <dgm:prSet presAssocID="{DC9AA204-3C4D-4D45-B4DE-27D3C3713CE5}" presName="hierChild4" presStyleCnt="0"/>
      <dgm:spPr/>
    </dgm:pt>
    <dgm:pt modelId="{D4616F6F-CFB5-435E-AC04-19717FA9BA44}" type="pres">
      <dgm:prSet presAssocID="{DC9AA204-3C4D-4D45-B4DE-27D3C3713CE5}" presName="hierChild5" presStyleCnt="0"/>
      <dgm:spPr/>
    </dgm:pt>
    <dgm:pt modelId="{3B456F48-00A7-45EC-97FA-4C5819D2E5CE}" type="pres">
      <dgm:prSet presAssocID="{F4779A97-687A-47B3-AFB2-6AB2F70DD4A2}" presName="hierChild5" presStyleCnt="0"/>
      <dgm:spPr/>
    </dgm:pt>
    <dgm:pt modelId="{A8B762FD-138E-4509-8B27-E55D80AE6B7A}" type="pres">
      <dgm:prSet presAssocID="{6C83206E-50CA-44CE-B85A-A1C0BE2071A0}" presName="Name64" presStyleLbl="parChTrans1D2" presStyleIdx="1" presStyleCnt="6"/>
      <dgm:spPr/>
    </dgm:pt>
    <dgm:pt modelId="{523A3704-53B1-4C57-9AD0-48C1561CC48A}" type="pres">
      <dgm:prSet presAssocID="{18DB0FF6-74F4-4779-8F7F-24691FC3CFB1}" presName="hierRoot2" presStyleCnt="0">
        <dgm:presLayoutVars>
          <dgm:hierBranch val="init"/>
        </dgm:presLayoutVars>
      </dgm:prSet>
      <dgm:spPr/>
    </dgm:pt>
    <dgm:pt modelId="{7284BBFE-3741-4050-8A53-56DB46788918}" type="pres">
      <dgm:prSet presAssocID="{18DB0FF6-74F4-4779-8F7F-24691FC3CFB1}" presName="rootComposite" presStyleCnt="0"/>
      <dgm:spPr/>
    </dgm:pt>
    <dgm:pt modelId="{491C7BE3-2DC9-4B08-9A90-367A816233DD}" type="pres">
      <dgm:prSet presAssocID="{18DB0FF6-74F4-4779-8F7F-24691FC3CFB1}" presName="rootText" presStyleLbl="node2" presStyleIdx="1" presStyleCnt="6">
        <dgm:presLayoutVars>
          <dgm:chPref val="3"/>
        </dgm:presLayoutVars>
      </dgm:prSet>
      <dgm:spPr/>
    </dgm:pt>
    <dgm:pt modelId="{1FDB3A1E-DF41-44D3-8D26-90846AEB45CA}" type="pres">
      <dgm:prSet presAssocID="{18DB0FF6-74F4-4779-8F7F-24691FC3CFB1}" presName="rootConnector" presStyleLbl="node2" presStyleIdx="1" presStyleCnt="6"/>
      <dgm:spPr/>
    </dgm:pt>
    <dgm:pt modelId="{8208C132-96EE-4E4E-A698-D7AD504D74D5}" type="pres">
      <dgm:prSet presAssocID="{18DB0FF6-74F4-4779-8F7F-24691FC3CFB1}" presName="hierChild4" presStyleCnt="0"/>
      <dgm:spPr/>
    </dgm:pt>
    <dgm:pt modelId="{3B20E4FD-5FCF-43D5-98F5-EA75E0199ED7}" type="pres">
      <dgm:prSet presAssocID="{5632B488-547B-4023-8EC1-8823AC80F716}" presName="Name64" presStyleLbl="parChTrans1D3" presStyleIdx="1" presStyleCnt="3"/>
      <dgm:spPr/>
    </dgm:pt>
    <dgm:pt modelId="{C00CBA41-B35D-4720-83A8-48CF453E04D3}" type="pres">
      <dgm:prSet presAssocID="{4E8CFF0C-149E-4F9B-82FB-102B9174F610}" presName="hierRoot2" presStyleCnt="0">
        <dgm:presLayoutVars>
          <dgm:hierBranch val="init"/>
        </dgm:presLayoutVars>
      </dgm:prSet>
      <dgm:spPr/>
    </dgm:pt>
    <dgm:pt modelId="{E6660F26-AB2B-4795-8557-780D9DFA9622}" type="pres">
      <dgm:prSet presAssocID="{4E8CFF0C-149E-4F9B-82FB-102B9174F610}" presName="rootComposite" presStyleCnt="0"/>
      <dgm:spPr/>
    </dgm:pt>
    <dgm:pt modelId="{5F1059A8-7EC4-4F28-8BCB-F58072434B42}" type="pres">
      <dgm:prSet presAssocID="{4E8CFF0C-149E-4F9B-82FB-102B9174F610}" presName="rootText" presStyleLbl="node3" presStyleIdx="1" presStyleCnt="3">
        <dgm:presLayoutVars>
          <dgm:chPref val="3"/>
        </dgm:presLayoutVars>
      </dgm:prSet>
      <dgm:spPr/>
    </dgm:pt>
    <dgm:pt modelId="{EE00A85F-30C2-4718-BE83-D28DD30B05C5}" type="pres">
      <dgm:prSet presAssocID="{4E8CFF0C-149E-4F9B-82FB-102B9174F610}" presName="rootConnector" presStyleLbl="node3" presStyleIdx="1" presStyleCnt="3"/>
      <dgm:spPr/>
    </dgm:pt>
    <dgm:pt modelId="{006619F5-EE94-4F2F-8904-927A6756A47E}" type="pres">
      <dgm:prSet presAssocID="{4E8CFF0C-149E-4F9B-82FB-102B9174F610}" presName="hierChild4" presStyleCnt="0"/>
      <dgm:spPr/>
    </dgm:pt>
    <dgm:pt modelId="{B775B9CB-D5B6-45ED-9247-9DA99FF4A1B5}" type="pres">
      <dgm:prSet presAssocID="{4E8CFF0C-149E-4F9B-82FB-102B9174F610}" presName="hierChild5" presStyleCnt="0"/>
      <dgm:spPr/>
    </dgm:pt>
    <dgm:pt modelId="{A3C9E31F-7D25-4955-B82A-A944A328E3D0}" type="pres">
      <dgm:prSet presAssocID="{18DB0FF6-74F4-4779-8F7F-24691FC3CFB1}" presName="hierChild5" presStyleCnt="0"/>
      <dgm:spPr/>
    </dgm:pt>
    <dgm:pt modelId="{8BD5F45D-6B20-49BA-898F-4158F487957E}" type="pres">
      <dgm:prSet presAssocID="{E95A36C0-A36F-420D-A530-61E22C4CCC5A}" presName="Name64" presStyleLbl="parChTrans1D2" presStyleIdx="2" presStyleCnt="6"/>
      <dgm:spPr/>
    </dgm:pt>
    <dgm:pt modelId="{329BEEC4-C5B9-4DA9-9012-B5D94B32718A}" type="pres">
      <dgm:prSet presAssocID="{8738A064-BC19-4999-82F7-43BCE7126F46}" presName="hierRoot2" presStyleCnt="0">
        <dgm:presLayoutVars>
          <dgm:hierBranch val="init"/>
        </dgm:presLayoutVars>
      </dgm:prSet>
      <dgm:spPr/>
    </dgm:pt>
    <dgm:pt modelId="{0EB5D6CB-9C12-4169-B443-03589FDB56AD}" type="pres">
      <dgm:prSet presAssocID="{8738A064-BC19-4999-82F7-43BCE7126F46}" presName="rootComposite" presStyleCnt="0"/>
      <dgm:spPr/>
    </dgm:pt>
    <dgm:pt modelId="{479116F0-A2C9-41D4-AB95-0AFA56FE5E9F}" type="pres">
      <dgm:prSet presAssocID="{8738A064-BC19-4999-82F7-43BCE7126F46}" presName="rootText" presStyleLbl="node2" presStyleIdx="2" presStyleCnt="6">
        <dgm:presLayoutVars>
          <dgm:chPref val="3"/>
        </dgm:presLayoutVars>
      </dgm:prSet>
      <dgm:spPr/>
    </dgm:pt>
    <dgm:pt modelId="{3DBC97A7-8F94-4547-9403-94255D3DCD35}" type="pres">
      <dgm:prSet presAssocID="{8738A064-BC19-4999-82F7-43BCE7126F46}" presName="rootConnector" presStyleLbl="node2" presStyleIdx="2" presStyleCnt="6"/>
      <dgm:spPr/>
    </dgm:pt>
    <dgm:pt modelId="{8EBEEAF2-591C-4A48-9C92-E1314988433C}" type="pres">
      <dgm:prSet presAssocID="{8738A064-BC19-4999-82F7-43BCE7126F46}" presName="hierChild4" presStyleCnt="0"/>
      <dgm:spPr/>
    </dgm:pt>
    <dgm:pt modelId="{154C5FFF-BC65-4B78-B014-F51F4BC36804}" type="pres">
      <dgm:prSet presAssocID="{8738A064-BC19-4999-82F7-43BCE7126F46}" presName="hierChild5" presStyleCnt="0"/>
      <dgm:spPr/>
    </dgm:pt>
    <dgm:pt modelId="{DAB75849-D829-4E67-93D0-8875618B686E}" type="pres">
      <dgm:prSet presAssocID="{BBD13450-317B-4F31-BD44-F89CB984A17B}" presName="Name64" presStyleLbl="parChTrans1D2" presStyleIdx="3" presStyleCnt="6"/>
      <dgm:spPr/>
    </dgm:pt>
    <dgm:pt modelId="{86B4917E-AE4C-4223-8F2F-44F02236A1BE}" type="pres">
      <dgm:prSet presAssocID="{4940510F-6D7B-4948-869D-7BC39F9DECE2}" presName="hierRoot2" presStyleCnt="0">
        <dgm:presLayoutVars>
          <dgm:hierBranch val="init"/>
        </dgm:presLayoutVars>
      </dgm:prSet>
      <dgm:spPr/>
    </dgm:pt>
    <dgm:pt modelId="{6D101CEB-D486-4031-A5A0-69AB4CB07164}" type="pres">
      <dgm:prSet presAssocID="{4940510F-6D7B-4948-869D-7BC39F9DECE2}" presName="rootComposite" presStyleCnt="0"/>
      <dgm:spPr/>
    </dgm:pt>
    <dgm:pt modelId="{54C4F9D3-0BF0-41E1-8FB2-C3EBE27C0B5B}" type="pres">
      <dgm:prSet presAssocID="{4940510F-6D7B-4948-869D-7BC39F9DECE2}" presName="rootText" presStyleLbl="node2" presStyleIdx="3" presStyleCnt="6">
        <dgm:presLayoutVars>
          <dgm:chPref val="3"/>
        </dgm:presLayoutVars>
      </dgm:prSet>
      <dgm:spPr/>
    </dgm:pt>
    <dgm:pt modelId="{3A2A0B62-5379-4AF8-94DE-203F4AD39C35}" type="pres">
      <dgm:prSet presAssocID="{4940510F-6D7B-4948-869D-7BC39F9DECE2}" presName="rootConnector" presStyleLbl="node2" presStyleIdx="3" presStyleCnt="6"/>
      <dgm:spPr/>
    </dgm:pt>
    <dgm:pt modelId="{716E5E1B-BE0B-4B8D-839D-55E7D13C8465}" type="pres">
      <dgm:prSet presAssocID="{4940510F-6D7B-4948-869D-7BC39F9DECE2}" presName="hierChild4" presStyleCnt="0"/>
      <dgm:spPr/>
    </dgm:pt>
    <dgm:pt modelId="{BDC2C622-B9C7-40A1-AC9B-86436F166265}" type="pres">
      <dgm:prSet presAssocID="{08EE0C94-67EA-496A-B880-B1403293407E}" presName="Name64" presStyleLbl="parChTrans1D3" presStyleIdx="2" presStyleCnt="3"/>
      <dgm:spPr/>
    </dgm:pt>
    <dgm:pt modelId="{EF4FCFED-144E-4063-8386-909D45E4EF08}" type="pres">
      <dgm:prSet presAssocID="{755EC5B6-FE4C-4D8F-910E-4018090BDF75}" presName="hierRoot2" presStyleCnt="0">
        <dgm:presLayoutVars>
          <dgm:hierBranch val="init"/>
        </dgm:presLayoutVars>
      </dgm:prSet>
      <dgm:spPr/>
    </dgm:pt>
    <dgm:pt modelId="{E2DD7015-A4C5-4DC0-A6D8-0E9F264CE151}" type="pres">
      <dgm:prSet presAssocID="{755EC5B6-FE4C-4D8F-910E-4018090BDF75}" presName="rootComposite" presStyleCnt="0"/>
      <dgm:spPr/>
    </dgm:pt>
    <dgm:pt modelId="{4E8CB604-7246-4C21-BC2F-E3AE83934BA5}" type="pres">
      <dgm:prSet presAssocID="{755EC5B6-FE4C-4D8F-910E-4018090BDF75}" presName="rootText" presStyleLbl="node3" presStyleIdx="2" presStyleCnt="3">
        <dgm:presLayoutVars>
          <dgm:chPref val="3"/>
        </dgm:presLayoutVars>
      </dgm:prSet>
      <dgm:spPr/>
    </dgm:pt>
    <dgm:pt modelId="{F89200A1-238F-400D-9EC8-978278689783}" type="pres">
      <dgm:prSet presAssocID="{755EC5B6-FE4C-4D8F-910E-4018090BDF75}" presName="rootConnector" presStyleLbl="node3" presStyleIdx="2" presStyleCnt="3"/>
      <dgm:spPr/>
    </dgm:pt>
    <dgm:pt modelId="{4A19C1CF-E481-4C34-A22F-F345B8E0F1D6}" type="pres">
      <dgm:prSet presAssocID="{755EC5B6-FE4C-4D8F-910E-4018090BDF75}" presName="hierChild4" presStyleCnt="0"/>
      <dgm:spPr/>
    </dgm:pt>
    <dgm:pt modelId="{4FE33582-B10B-419A-8129-B99C6588D208}" type="pres">
      <dgm:prSet presAssocID="{755EC5B6-FE4C-4D8F-910E-4018090BDF75}" presName="hierChild5" presStyleCnt="0"/>
      <dgm:spPr/>
    </dgm:pt>
    <dgm:pt modelId="{24152500-D78C-49E5-9DA0-9649CB67F447}" type="pres">
      <dgm:prSet presAssocID="{4940510F-6D7B-4948-869D-7BC39F9DECE2}" presName="hierChild5" presStyleCnt="0"/>
      <dgm:spPr/>
    </dgm:pt>
    <dgm:pt modelId="{AC56D55E-CE82-4D12-A4E0-6E84CA7E5B63}" type="pres">
      <dgm:prSet presAssocID="{3A9073E9-6325-4CA0-B3DE-7FA01F87ABA7}" presName="Name64" presStyleLbl="parChTrans1D2" presStyleIdx="4" presStyleCnt="6"/>
      <dgm:spPr/>
    </dgm:pt>
    <dgm:pt modelId="{2F5ECE1A-DAED-4D98-9314-06C15E31C18A}" type="pres">
      <dgm:prSet presAssocID="{033C6A6A-A92B-4596-BC2D-A2CC30822C6C}" presName="hierRoot2" presStyleCnt="0">
        <dgm:presLayoutVars>
          <dgm:hierBranch val="init"/>
        </dgm:presLayoutVars>
      </dgm:prSet>
      <dgm:spPr/>
    </dgm:pt>
    <dgm:pt modelId="{B7BF13B0-68B8-4962-892E-F66C3DF5C27A}" type="pres">
      <dgm:prSet presAssocID="{033C6A6A-A92B-4596-BC2D-A2CC30822C6C}" presName="rootComposite" presStyleCnt="0"/>
      <dgm:spPr/>
    </dgm:pt>
    <dgm:pt modelId="{5DD3BB30-0680-4DC3-8CB0-92C859A3752A}" type="pres">
      <dgm:prSet presAssocID="{033C6A6A-A92B-4596-BC2D-A2CC30822C6C}" presName="rootText" presStyleLbl="node2" presStyleIdx="4" presStyleCnt="6">
        <dgm:presLayoutVars>
          <dgm:chPref val="3"/>
        </dgm:presLayoutVars>
      </dgm:prSet>
      <dgm:spPr/>
    </dgm:pt>
    <dgm:pt modelId="{F8CEE5A5-7CBE-4EBB-ACF9-BF542D2D0F02}" type="pres">
      <dgm:prSet presAssocID="{033C6A6A-A92B-4596-BC2D-A2CC30822C6C}" presName="rootConnector" presStyleLbl="node2" presStyleIdx="4" presStyleCnt="6"/>
      <dgm:spPr/>
    </dgm:pt>
    <dgm:pt modelId="{98C851CF-5CA7-449E-8B32-B531239B1A22}" type="pres">
      <dgm:prSet presAssocID="{033C6A6A-A92B-4596-BC2D-A2CC30822C6C}" presName="hierChild4" presStyleCnt="0"/>
      <dgm:spPr/>
    </dgm:pt>
    <dgm:pt modelId="{C97712BD-D03F-4BC4-84A6-A35C438DEDC1}" type="pres">
      <dgm:prSet presAssocID="{033C6A6A-A92B-4596-BC2D-A2CC30822C6C}" presName="hierChild5" presStyleCnt="0"/>
      <dgm:spPr/>
    </dgm:pt>
    <dgm:pt modelId="{94219738-DE06-45C3-9DF3-1835F49F0A9E}" type="pres">
      <dgm:prSet presAssocID="{61486A2E-8DA9-4F2C-BB54-DEE2429787B5}" presName="Name64" presStyleLbl="parChTrans1D2" presStyleIdx="5" presStyleCnt="6"/>
      <dgm:spPr/>
    </dgm:pt>
    <dgm:pt modelId="{5262C4D0-8147-4721-9869-0526259A9B1D}" type="pres">
      <dgm:prSet presAssocID="{869DFD93-52FF-455E-8AF2-1EF2BBF92B8B}" presName="hierRoot2" presStyleCnt="0">
        <dgm:presLayoutVars>
          <dgm:hierBranch val="init"/>
        </dgm:presLayoutVars>
      </dgm:prSet>
      <dgm:spPr/>
    </dgm:pt>
    <dgm:pt modelId="{E62F7D83-792E-4F9C-B736-3AC85C3CA3BA}" type="pres">
      <dgm:prSet presAssocID="{869DFD93-52FF-455E-8AF2-1EF2BBF92B8B}" presName="rootComposite" presStyleCnt="0"/>
      <dgm:spPr/>
    </dgm:pt>
    <dgm:pt modelId="{30F0D88C-76D8-4D80-90CF-5056C87C8B20}" type="pres">
      <dgm:prSet presAssocID="{869DFD93-52FF-455E-8AF2-1EF2BBF92B8B}" presName="rootText" presStyleLbl="node2" presStyleIdx="5" presStyleCnt="6">
        <dgm:presLayoutVars>
          <dgm:chPref val="3"/>
        </dgm:presLayoutVars>
      </dgm:prSet>
      <dgm:spPr/>
    </dgm:pt>
    <dgm:pt modelId="{6415F84D-F5C8-4CDD-91AE-D1E89A2CA857}" type="pres">
      <dgm:prSet presAssocID="{869DFD93-52FF-455E-8AF2-1EF2BBF92B8B}" presName="rootConnector" presStyleLbl="node2" presStyleIdx="5" presStyleCnt="6"/>
      <dgm:spPr/>
    </dgm:pt>
    <dgm:pt modelId="{0510CC9E-E082-4BA5-BEF4-DA279EDBE852}" type="pres">
      <dgm:prSet presAssocID="{869DFD93-52FF-455E-8AF2-1EF2BBF92B8B}" presName="hierChild4" presStyleCnt="0"/>
      <dgm:spPr/>
    </dgm:pt>
    <dgm:pt modelId="{37E8A486-2CC9-44B9-92DD-355B209F6593}" type="pres">
      <dgm:prSet presAssocID="{869DFD93-52FF-455E-8AF2-1EF2BBF92B8B}" presName="hierChild5" presStyleCnt="0"/>
      <dgm:spPr/>
    </dgm:pt>
    <dgm:pt modelId="{6FE86590-0E5B-4802-9A5E-076210ECC852}" type="pres">
      <dgm:prSet presAssocID="{69661EF3-6A0C-49A5-894B-8297178F4BD7}" presName="hierChild3" presStyleCnt="0"/>
      <dgm:spPr/>
    </dgm:pt>
  </dgm:ptLst>
  <dgm:cxnLst>
    <dgm:cxn modelId="{92973700-A37E-41B8-8603-354387E895BA}" type="presOf" srcId="{033C6A6A-A92B-4596-BC2D-A2CC30822C6C}" destId="{F8CEE5A5-7CBE-4EBB-ACF9-BF542D2D0F02}" srcOrd="1" destOrd="0" presId="urn:microsoft.com/office/officeart/2009/3/layout/HorizontalOrganizationChart"/>
    <dgm:cxn modelId="{EC096E01-D25B-411B-B094-9510374A2929}" srcId="{F4779A97-687A-47B3-AFB2-6AB2F70DD4A2}" destId="{DC9AA204-3C4D-4D45-B4DE-27D3C3713CE5}" srcOrd="0" destOrd="0" parTransId="{5F22B8C9-3CF3-4606-B180-2502D5DAFCF6}" sibTransId="{C66407EB-8932-408B-9768-5ED4FD6BC1EF}"/>
    <dgm:cxn modelId="{9C9DC912-176B-49E6-92B6-D4F49ECD1B84}" type="presOf" srcId="{18DB0FF6-74F4-4779-8F7F-24691FC3CFB1}" destId="{1FDB3A1E-DF41-44D3-8D26-90846AEB45CA}" srcOrd="1" destOrd="0" presId="urn:microsoft.com/office/officeart/2009/3/layout/HorizontalOrganizationChart"/>
    <dgm:cxn modelId="{2AA2D31C-1DA6-4AC3-8739-03C1ED87AE2A}" type="presOf" srcId="{4940510F-6D7B-4948-869D-7BC39F9DECE2}" destId="{54C4F9D3-0BF0-41E1-8FB2-C3EBE27C0B5B}" srcOrd="0" destOrd="0" presId="urn:microsoft.com/office/officeart/2009/3/layout/HorizontalOrganizationChart"/>
    <dgm:cxn modelId="{E8C28B22-8754-40EC-8F0A-DC2C6FCCECB9}" type="presOf" srcId="{18DB0FF6-74F4-4779-8F7F-24691FC3CFB1}" destId="{491C7BE3-2DC9-4B08-9A90-367A816233DD}" srcOrd="0" destOrd="0" presId="urn:microsoft.com/office/officeart/2009/3/layout/HorizontalOrganizationChart"/>
    <dgm:cxn modelId="{A1FCF22E-DDB8-48E1-9BF9-E3D5645EE6F7}" srcId="{69661EF3-6A0C-49A5-894B-8297178F4BD7}" destId="{869DFD93-52FF-455E-8AF2-1EF2BBF92B8B}" srcOrd="5" destOrd="0" parTransId="{61486A2E-8DA9-4F2C-BB54-DEE2429787B5}" sibTransId="{D2C8D10E-8040-4E50-BF68-20782F6A2EDE}"/>
    <dgm:cxn modelId="{34568C2F-CF52-462D-B3F3-712BBC636190}" type="presOf" srcId="{F4779A97-687A-47B3-AFB2-6AB2F70DD4A2}" destId="{12F726D9-6734-45BE-B476-0A3D25244444}" srcOrd="0" destOrd="0" presId="urn:microsoft.com/office/officeart/2009/3/layout/HorizontalOrganizationChart"/>
    <dgm:cxn modelId="{25EB1E31-EB3B-4341-9368-353B05F8039E}" type="presOf" srcId="{3A9073E9-6325-4CA0-B3DE-7FA01F87ABA7}" destId="{AC56D55E-CE82-4D12-A4E0-6E84CA7E5B63}" srcOrd="0" destOrd="0" presId="urn:microsoft.com/office/officeart/2009/3/layout/HorizontalOrganizationChart"/>
    <dgm:cxn modelId="{D9AC5331-5206-4145-B979-586B822845D8}" srcId="{69661EF3-6A0C-49A5-894B-8297178F4BD7}" destId="{18DB0FF6-74F4-4779-8F7F-24691FC3CFB1}" srcOrd="1" destOrd="0" parTransId="{6C83206E-50CA-44CE-B85A-A1C0BE2071A0}" sibTransId="{AAF5F5E6-B0FC-47D9-B48A-C94FFA3D94A7}"/>
    <dgm:cxn modelId="{A8E47732-7B9E-49BA-B09B-EDD34CC719FB}" type="presOf" srcId="{869DFD93-52FF-455E-8AF2-1EF2BBF92B8B}" destId="{30F0D88C-76D8-4D80-90CF-5056C87C8B20}" srcOrd="0" destOrd="0" presId="urn:microsoft.com/office/officeart/2009/3/layout/HorizontalOrganizationChart"/>
    <dgm:cxn modelId="{BEDAAD5B-2B6A-4473-935B-62866CDF8D80}" srcId="{69661EF3-6A0C-49A5-894B-8297178F4BD7}" destId="{8738A064-BC19-4999-82F7-43BCE7126F46}" srcOrd="2" destOrd="0" parTransId="{E95A36C0-A36F-420D-A530-61E22C4CCC5A}" sibTransId="{8C84647C-1108-491F-BB54-74348683B146}"/>
    <dgm:cxn modelId="{63A63D60-BCA1-4482-89C1-420ADA34F79B}" type="presOf" srcId="{DC9AA204-3C4D-4D45-B4DE-27D3C3713CE5}" destId="{2C125664-1565-4521-B5AA-D81B6B88BC56}" srcOrd="1" destOrd="0" presId="urn:microsoft.com/office/officeart/2009/3/layout/HorizontalOrganizationChart"/>
    <dgm:cxn modelId="{6D3A0563-1BBF-4A1C-8431-2F373BB72973}" type="presOf" srcId="{033C6A6A-A92B-4596-BC2D-A2CC30822C6C}" destId="{5DD3BB30-0680-4DC3-8CB0-92C859A3752A}" srcOrd="0" destOrd="0" presId="urn:microsoft.com/office/officeart/2009/3/layout/HorizontalOrganizationChart"/>
    <dgm:cxn modelId="{9EF9C464-C01F-4A74-B4AC-2A93C4FB9F87}" type="presOf" srcId="{69661EF3-6A0C-49A5-894B-8297178F4BD7}" destId="{D504BE31-7308-45DD-9D1A-037EFA5E0B13}" srcOrd="1" destOrd="0" presId="urn:microsoft.com/office/officeart/2009/3/layout/HorizontalOrganizationChart"/>
    <dgm:cxn modelId="{5FBA6A4B-7C1B-47AF-8474-0E138A896D58}" type="presOf" srcId="{869DFD93-52FF-455E-8AF2-1EF2BBF92B8B}" destId="{6415F84D-F5C8-4CDD-91AE-D1E89A2CA857}" srcOrd="1" destOrd="0" presId="urn:microsoft.com/office/officeart/2009/3/layout/HorizontalOrganizationChart"/>
    <dgm:cxn modelId="{30B0744B-6549-49BA-BDB9-218846A52EC9}" srcId="{4077DE98-EE21-48A2-9D4B-02C95EDB6EEE}" destId="{69661EF3-6A0C-49A5-894B-8297178F4BD7}" srcOrd="0" destOrd="0" parTransId="{D0CB5B38-93F2-43AC-8CCB-29F63964DB84}" sibTransId="{6F4DF157-7800-447D-964D-586B8CC002DA}"/>
    <dgm:cxn modelId="{53165250-A042-48DC-AA6D-817E34B4D270}" type="presOf" srcId="{4940510F-6D7B-4948-869D-7BC39F9DECE2}" destId="{3A2A0B62-5379-4AF8-94DE-203F4AD39C35}" srcOrd="1" destOrd="0" presId="urn:microsoft.com/office/officeart/2009/3/layout/HorizontalOrganizationChart"/>
    <dgm:cxn modelId="{DD887651-A667-49F9-8C0A-FDDB8811E864}" type="presOf" srcId="{755EC5B6-FE4C-4D8F-910E-4018090BDF75}" destId="{4E8CB604-7246-4C21-BC2F-E3AE83934BA5}" srcOrd="0" destOrd="0" presId="urn:microsoft.com/office/officeart/2009/3/layout/HorizontalOrganizationChart"/>
    <dgm:cxn modelId="{5FE73854-B83D-4184-BA4E-C454F4D55E00}" srcId="{4940510F-6D7B-4948-869D-7BC39F9DECE2}" destId="{755EC5B6-FE4C-4D8F-910E-4018090BDF75}" srcOrd="0" destOrd="0" parTransId="{08EE0C94-67EA-496A-B880-B1403293407E}" sibTransId="{0CE7794B-0FD0-458F-9766-51C9B1657F46}"/>
    <dgm:cxn modelId="{9CAAEB5A-76DA-44CF-92E2-8EA1D888869F}" type="presOf" srcId="{4E8CFF0C-149E-4F9B-82FB-102B9174F610}" destId="{EE00A85F-30C2-4718-BE83-D28DD30B05C5}" srcOrd="1" destOrd="0" presId="urn:microsoft.com/office/officeart/2009/3/layout/HorizontalOrganizationChart"/>
    <dgm:cxn modelId="{32DE557D-AF73-4E14-A2A5-4D2F2A602CB4}" type="presOf" srcId="{755EC5B6-FE4C-4D8F-910E-4018090BDF75}" destId="{F89200A1-238F-400D-9EC8-978278689783}" srcOrd="1" destOrd="0" presId="urn:microsoft.com/office/officeart/2009/3/layout/HorizontalOrganizationChart"/>
    <dgm:cxn modelId="{3D888C7D-03C1-48B9-BF28-934ABF37A110}" type="presOf" srcId="{61486A2E-8DA9-4F2C-BB54-DEE2429787B5}" destId="{94219738-DE06-45C3-9DF3-1835F49F0A9E}" srcOrd="0" destOrd="0" presId="urn:microsoft.com/office/officeart/2009/3/layout/HorizontalOrganizationChart"/>
    <dgm:cxn modelId="{ABE3E97D-3BE9-41EC-A4AD-E808343D0E39}" type="presOf" srcId="{C6770AFF-D15B-45CE-8595-9D6FD34BDE44}" destId="{BD4F3E09-F26D-437A-AF0B-DBBF4E3372D8}" srcOrd="0" destOrd="0" presId="urn:microsoft.com/office/officeart/2009/3/layout/HorizontalOrganizationChart"/>
    <dgm:cxn modelId="{00A3AF83-4CD8-44C5-B3AE-A7469203A114}" type="presOf" srcId="{69661EF3-6A0C-49A5-894B-8297178F4BD7}" destId="{A4B84E8A-5ED0-470D-A5BF-8964B1B7B682}" srcOrd="0" destOrd="0" presId="urn:microsoft.com/office/officeart/2009/3/layout/HorizontalOrganizationChart"/>
    <dgm:cxn modelId="{58C2078B-A5BB-44D6-BE52-E10AB4901F24}" type="presOf" srcId="{DC9AA204-3C4D-4D45-B4DE-27D3C3713CE5}" destId="{684CEAAE-A9D6-4DDA-9172-F9486DE324B7}" srcOrd="0" destOrd="0" presId="urn:microsoft.com/office/officeart/2009/3/layout/HorizontalOrganizationChart"/>
    <dgm:cxn modelId="{E191848B-4255-4C06-B063-3A7B87778826}" type="presOf" srcId="{5632B488-547B-4023-8EC1-8823AC80F716}" destId="{3B20E4FD-5FCF-43D5-98F5-EA75E0199ED7}" srcOrd="0" destOrd="0" presId="urn:microsoft.com/office/officeart/2009/3/layout/HorizontalOrganizationChart"/>
    <dgm:cxn modelId="{953ED390-CA5C-40B7-98D6-4E86A1F4DEF4}" type="presOf" srcId="{5F22B8C9-3CF3-4606-B180-2502D5DAFCF6}" destId="{7B2CA4D2-A4EE-4780-A53D-1C50D24BA8B3}" srcOrd="0" destOrd="0" presId="urn:microsoft.com/office/officeart/2009/3/layout/HorizontalOrganizationChart"/>
    <dgm:cxn modelId="{F9F6C097-8BD8-4CB2-B12E-25E7C4EF582B}" srcId="{69661EF3-6A0C-49A5-894B-8297178F4BD7}" destId="{F4779A97-687A-47B3-AFB2-6AB2F70DD4A2}" srcOrd="0" destOrd="0" parTransId="{C6770AFF-D15B-45CE-8595-9D6FD34BDE44}" sibTransId="{0A6DC514-2097-4155-8A07-7E538C88CEAA}"/>
    <dgm:cxn modelId="{EE522D9F-5304-4EC1-92FC-D58C7B4F8EC8}" type="presOf" srcId="{6C83206E-50CA-44CE-B85A-A1C0BE2071A0}" destId="{A8B762FD-138E-4509-8B27-E55D80AE6B7A}" srcOrd="0" destOrd="0" presId="urn:microsoft.com/office/officeart/2009/3/layout/HorizontalOrganizationChart"/>
    <dgm:cxn modelId="{665DEAA6-EB45-4152-8D9A-07DE157C2FAE}" srcId="{69661EF3-6A0C-49A5-894B-8297178F4BD7}" destId="{033C6A6A-A92B-4596-BC2D-A2CC30822C6C}" srcOrd="4" destOrd="0" parTransId="{3A9073E9-6325-4CA0-B3DE-7FA01F87ABA7}" sibTransId="{F797DB0D-886D-4F45-91E0-3A815E54E02A}"/>
    <dgm:cxn modelId="{053E7DAC-92F1-4591-ADB0-F954CBBD9CEB}" type="presOf" srcId="{BBD13450-317B-4F31-BD44-F89CB984A17B}" destId="{DAB75849-D829-4E67-93D0-8875618B686E}" srcOrd="0" destOrd="0" presId="urn:microsoft.com/office/officeart/2009/3/layout/HorizontalOrganizationChart"/>
    <dgm:cxn modelId="{FF8E92AD-CB64-4427-A5B8-F50641D86AEE}" srcId="{69661EF3-6A0C-49A5-894B-8297178F4BD7}" destId="{4940510F-6D7B-4948-869D-7BC39F9DECE2}" srcOrd="3" destOrd="0" parTransId="{BBD13450-317B-4F31-BD44-F89CB984A17B}" sibTransId="{B48C656C-D60B-4786-8FC5-00C715733040}"/>
    <dgm:cxn modelId="{040B2DBB-1917-4711-9A79-9DEDB99F3E9D}" srcId="{18DB0FF6-74F4-4779-8F7F-24691FC3CFB1}" destId="{4E8CFF0C-149E-4F9B-82FB-102B9174F610}" srcOrd="0" destOrd="0" parTransId="{5632B488-547B-4023-8EC1-8823AC80F716}" sibTransId="{493C6482-83D9-4403-84EA-884C49C0E77C}"/>
    <dgm:cxn modelId="{CCBE05C4-EAED-4E30-A7D7-20349CBD3B3B}" type="presOf" srcId="{E95A36C0-A36F-420D-A530-61E22C4CCC5A}" destId="{8BD5F45D-6B20-49BA-898F-4158F487957E}" srcOrd="0" destOrd="0" presId="urn:microsoft.com/office/officeart/2009/3/layout/HorizontalOrganizationChart"/>
    <dgm:cxn modelId="{C16E0AC9-67EE-4453-9D8E-47667C0695C3}" type="presOf" srcId="{8738A064-BC19-4999-82F7-43BCE7126F46}" destId="{3DBC97A7-8F94-4547-9403-94255D3DCD35}" srcOrd="1" destOrd="0" presId="urn:microsoft.com/office/officeart/2009/3/layout/HorizontalOrganizationChart"/>
    <dgm:cxn modelId="{1C1993CA-659E-4E43-94BE-6382DB5524B5}" type="presOf" srcId="{4E8CFF0C-149E-4F9B-82FB-102B9174F610}" destId="{5F1059A8-7EC4-4F28-8BCB-F58072434B42}" srcOrd="0" destOrd="0" presId="urn:microsoft.com/office/officeart/2009/3/layout/HorizontalOrganizationChart"/>
    <dgm:cxn modelId="{945E3FE2-A66A-4B01-A259-27131C4F6EA3}" type="presOf" srcId="{F4779A97-687A-47B3-AFB2-6AB2F70DD4A2}" destId="{9770008B-CB8E-4E9B-A55D-01A3BFEECF3C}" srcOrd="1" destOrd="0" presId="urn:microsoft.com/office/officeart/2009/3/layout/HorizontalOrganizationChart"/>
    <dgm:cxn modelId="{465A5FEB-4464-4FDB-B605-50E5E50AD373}" type="presOf" srcId="{8738A064-BC19-4999-82F7-43BCE7126F46}" destId="{479116F0-A2C9-41D4-AB95-0AFA56FE5E9F}" srcOrd="0" destOrd="0" presId="urn:microsoft.com/office/officeart/2009/3/layout/HorizontalOrganizationChart"/>
    <dgm:cxn modelId="{C01FE9EE-E9CD-49CB-8278-176A1F2F26E7}" type="presOf" srcId="{08EE0C94-67EA-496A-B880-B1403293407E}" destId="{BDC2C622-B9C7-40A1-AC9B-86436F166265}" srcOrd="0" destOrd="0" presId="urn:microsoft.com/office/officeart/2009/3/layout/HorizontalOrganizationChart"/>
    <dgm:cxn modelId="{854A26F5-1D40-4CC5-9E86-26B85F8CC07A}" type="presOf" srcId="{4077DE98-EE21-48A2-9D4B-02C95EDB6EEE}" destId="{B60DEA48-6773-4B04-8F55-EE0D97974967}" srcOrd="0" destOrd="0" presId="urn:microsoft.com/office/officeart/2009/3/layout/HorizontalOrganizationChart"/>
    <dgm:cxn modelId="{2986C01A-1526-4DC3-BD17-488A61DB4F02}" type="presParOf" srcId="{B60DEA48-6773-4B04-8F55-EE0D97974967}" destId="{77AB5C7A-2AB1-4927-9652-A0D23665DADC}" srcOrd="0" destOrd="0" presId="urn:microsoft.com/office/officeart/2009/3/layout/HorizontalOrganizationChart"/>
    <dgm:cxn modelId="{E7E3A880-5D15-4D7A-BDFE-E20486902FB1}" type="presParOf" srcId="{77AB5C7A-2AB1-4927-9652-A0D23665DADC}" destId="{F5E3742D-331D-42E5-915B-2469CB3C9F3D}" srcOrd="0" destOrd="0" presId="urn:microsoft.com/office/officeart/2009/3/layout/HorizontalOrganizationChart"/>
    <dgm:cxn modelId="{BE5D6DCD-E97C-43C1-97BC-1F14AB53F33C}" type="presParOf" srcId="{F5E3742D-331D-42E5-915B-2469CB3C9F3D}" destId="{A4B84E8A-5ED0-470D-A5BF-8964B1B7B682}" srcOrd="0" destOrd="0" presId="urn:microsoft.com/office/officeart/2009/3/layout/HorizontalOrganizationChart"/>
    <dgm:cxn modelId="{6CD43ACE-788D-477D-84D0-F640B8ADFA8F}" type="presParOf" srcId="{F5E3742D-331D-42E5-915B-2469CB3C9F3D}" destId="{D504BE31-7308-45DD-9D1A-037EFA5E0B13}" srcOrd="1" destOrd="0" presId="urn:microsoft.com/office/officeart/2009/3/layout/HorizontalOrganizationChart"/>
    <dgm:cxn modelId="{CDEED5D9-9DA5-43D8-BE0B-47EBB6954A80}" type="presParOf" srcId="{77AB5C7A-2AB1-4927-9652-A0D23665DADC}" destId="{888D114D-0ACC-4DDB-B9E4-727BB11E7D80}" srcOrd="1" destOrd="0" presId="urn:microsoft.com/office/officeart/2009/3/layout/HorizontalOrganizationChart"/>
    <dgm:cxn modelId="{252E2349-D58E-4275-A2CB-D28D13EFF30E}" type="presParOf" srcId="{888D114D-0ACC-4DDB-B9E4-727BB11E7D80}" destId="{BD4F3E09-F26D-437A-AF0B-DBBF4E3372D8}" srcOrd="0" destOrd="0" presId="urn:microsoft.com/office/officeart/2009/3/layout/HorizontalOrganizationChart"/>
    <dgm:cxn modelId="{48513434-EA24-4A0F-8A6E-52E53603BF03}" type="presParOf" srcId="{888D114D-0ACC-4DDB-B9E4-727BB11E7D80}" destId="{D910B4ED-42C8-4C22-B81D-1A8ED9ED6594}" srcOrd="1" destOrd="0" presId="urn:microsoft.com/office/officeart/2009/3/layout/HorizontalOrganizationChart"/>
    <dgm:cxn modelId="{ECC43916-2BE6-4C9A-9A4B-C8E80A6C7422}" type="presParOf" srcId="{D910B4ED-42C8-4C22-B81D-1A8ED9ED6594}" destId="{20980513-709E-4F5B-BC6A-1BB23BC4CBBA}" srcOrd="0" destOrd="0" presId="urn:microsoft.com/office/officeart/2009/3/layout/HorizontalOrganizationChart"/>
    <dgm:cxn modelId="{033E7F91-56ED-42B0-AEA7-1FEB54C7FEB6}" type="presParOf" srcId="{20980513-709E-4F5B-BC6A-1BB23BC4CBBA}" destId="{12F726D9-6734-45BE-B476-0A3D25244444}" srcOrd="0" destOrd="0" presId="urn:microsoft.com/office/officeart/2009/3/layout/HorizontalOrganizationChart"/>
    <dgm:cxn modelId="{BF562DEE-52D7-4D1D-8BD9-9C8D55EBFC90}" type="presParOf" srcId="{20980513-709E-4F5B-BC6A-1BB23BC4CBBA}" destId="{9770008B-CB8E-4E9B-A55D-01A3BFEECF3C}" srcOrd="1" destOrd="0" presId="urn:microsoft.com/office/officeart/2009/3/layout/HorizontalOrganizationChart"/>
    <dgm:cxn modelId="{1653B563-10DA-41FE-925E-9F395FEDE1CC}" type="presParOf" srcId="{D910B4ED-42C8-4C22-B81D-1A8ED9ED6594}" destId="{50A12B16-ECF6-464C-9562-A99C57DB574C}" srcOrd="1" destOrd="0" presId="urn:microsoft.com/office/officeart/2009/3/layout/HorizontalOrganizationChart"/>
    <dgm:cxn modelId="{E1A1B1C6-B5AA-4217-B7ED-071D546129FD}" type="presParOf" srcId="{50A12B16-ECF6-464C-9562-A99C57DB574C}" destId="{7B2CA4D2-A4EE-4780-A53D-1C50D24BA8B3}" srcOrd="0" destOrd="0" presId="urn:microsoft.com/office/officeart/2009/3/layout/HorizontalOrganizationChart"/>
    <dgm:cxn modelId="{CF9C28A1-CF71-4BB4-B7C3-656494B926B6}" type="presParOf" srcId="{50A12B16-ECF6-464C-9562-A99C57DB574C}" destId="{300DAAFB-FC09-47A0-B68E-BBD6CBAB2659}" srcOrd="1" destOrd="0" presId="urn:microsoft.com/office/officeart/2009/3/layout/HorizontalOrganizationChart"/>
    <dgm:cxn modelId="{2214A379-4540-49E2-8310-705D366A4677}" type="presParOf" srcId="{300DAAFB-FC09-47A0-B68E-BBD6CBAB2659}" destId="{3F49D718-4CCD-420C-B12B-0EB547572A42}" srcOrd="0" destOrd="0" presId="urn:microsoft.com/office/officeart/2009/3/layout/HorizontalOrganizationChart"/>
    <dgm:cxn modelId="{50D8B61E-975C-4C38-86C9-60B115B7851B}" type="presParOf" srcId="{3F49D718-4CCD-420C-B12B-0EB547572A42}" destId="{684CEAAE-A9D6-4DDA-9172-F9486DE324B7}" srcOrd="0" destOrd="0" presId="urn:microsoft.com/office/officeart/2009/3/layout/HorizontalOrganizationChart"/>
    <dgm:cxn modelId="{BB833569-378E-4128-8B11-446827F66B92}" type="presParOf" srcId="{3F49D718-4CCD-420C-B12B-0EB547572A42}" destId="{2C125664-1565-4521-B5AA-D81B6B88BC56}" srcOrd="1" destOrd="0" presId="urn:microsoft.com/office/officeart/2009/3/layout/HorizontalOrganizationChart"/>
    <dgm:cxn modelId="{ECD5B6D4-8084-4E10-AC03-EC5E16155B6D}" type="presParOf" srcId="{300DAAFB-FC09-47A0-B68E-BBD6CBAB2659}" destId="{0B8BC125-202E-455E-83EA-A4F1B49766DC}" srcOrd="1" destOrd="0" presId="urn:microsoft.com/office/officeart/2009/3/layout/HorizontalOrganizationChart"/>
    <dgm:cxn modelId="{78E46BB8-0500-4739-9A30-685C017FB236}" type="presParOf" srcId="{300DAAFB-FC09-47A0-B68E-BBD6CBAB2659}" destId="{D4616F6F-CFB5-435E-AC04-19717FA9BA44}" srcOrd="2" destOrd="0" presId="urn:microsoft.com/office/officeart/2009/3/layout/HorizontalOrganizationChart"/>
    <dgm:cxn modelId="{09D33821-7C45-42AA-BCCD-699D1A0181B3}" type="presParOf" srcId="{D910B4ED-42C8-4C22-B81D-1A8ED9ED6594}" destId="{3B456F48-00A7-45EC-97FA-4C5819D2E5CE}" srcOrd="2" destOrd="0" presId="urn:microsoft.com/office/officeart/2009/3/layout/HorizontalOrganizationChart"/>
    <dgm:cxn modelId="{5960AEB9-2BD6-494A-9B9B-4CF2C4D50748}" type="presParOf" srcId="{888D114D-0ACC-4DDB-B9E4-727BB11E7D80}" destId="{A8B762FD-138E-4509-8B27-E55D80AE6B7A}" srcOrd="2" destOrd="0" presId="urn:microsoft.com/office/officeart/2009/3/layout/HorizontalOrganizationChart"/>
    <dgm:cxn modelId="{33E6FBD7-51D0-46F8-93C3-09BB46704794}" type="presParOf" srcId="{888D114D-0ACC-4DDB-B9E4-727BB11E7D80}" destId="{523A3704-53B1-4C57-9AD0-48C1561CC48A}" srcOrd="3" destOrd="0" presId="urn:microsoft.com/office/officeart/2009/3/layout/HorizontalOrganizationChart"/>
    <dgm:cxn modelId="{28E2756A-6124-43D4-94A8-96F6C099199B}" type="presParOf" srcId="{523A3704-53B1-4C57-9AD0-48C1561CC48A}" destId="{7284BBFE-3741-4050-8A53-56DB46788918}" srcOrd="0" destOrd="0" presId="urn:microsoft.com/office/officeart/2009/3/layout/HorizontalOrganizationChart"/>
    <dgm:cxn modelId="{20D73C5E-C508-429B-82F2-87757FEBADFD}" type="presParOf" srcId="{7284BBFE-3741-4050-8A53-56DB46788918}" destId="{491C7BE3-2DC9-4B08-9A90-367A816233DD}" srcOrd="0" destOrd="0" presId="urn:microsoft.com/office/officeart/2009/3/layout/HorizontalOrganizationChart"/>
    <dgm:cxn modelId="{1C093983-58CB-45D0-824A-916C0EC20F92}" type="presParOf" srcId="{7284BBFE-3741-4050-8A53-56DB46788918}" destId="{1FDB3A1E-DF41-44D3-8D26-90846AEB45CA}" srcOrd="1" destOrd="0" presId="urn:microsoft.com/office/officeart/2009/3/layout/HorizontalOrganizationChart"/>
    <dgm:cxn modelId="{04411227-EFC2-4EEA-ABF5-ADFFF979049A}" type="presParOf" srcId="{523A3704-53B1-4C57-9AD0-48C1561CC48A}" destId="{8208C132-96EE-4E4E-A698-D7AD504D74D5}" srcOrd="1" destOrd="0" presId="urn:microsoft.com/office/officeart/2009/3/layout/HorizontalOrganizationChart"/>
    <dgm:cxn modelId="{CCBBF730-5E8C-4C99-BCA6-18D95AE616DD}" type="presParOf" srcId="{8208C132-96EE-4E4E-A698-D7AD504D74D5}" destId="{3B20E4FD-5FCF-43D5-98F5-EA75E0199ED7}" srcOrd="0" destOrd="0" presId="urn:microsoft.com/office/officeart/2009/3/layout/HorizontalOrganizationChart"/>
    <dgm:cxn modelId="{6BC463F3-22A9-4A2B-B514-A6963C820186}" type="presParOf" srcId="{8208C132-96EE-4E4E-A698-D7AD504D74D5}" destId="{C00CBA41-B35D-4720-83A8-48CF453E04D3}" srcOrd="1" destOrd="0" presId="urn:microsoft.com/office/officeart/2009/3/layout/HorizontalOrganizationChart"/>
    <dgm:cxn modelId="{AC2A481E-462C-4A22-9BE1-47E8B8936A9F}" type="presParOf" srcId="{C00CBA41-B35D-4720-83A8-48CF453E04D3}" destId="{E6660F26-AB2B-4795-8557-780D9DFA9622}" srcOrd="0" destOrd="0" presId="urn:microsoft.com/office/officeart/2009/3/layout/HorizontalOrganizationChart"/>
    <dgm:cxn modelId="{715D2454-1CFD-4977-B6B6-F777F7C7AE97}" type="presParOf" srcId="{E6660F26-AB2B-4795-8557-780D9DFA9622}" destId="{5F1059A8-7EC4-4F28-8BCB-F58072434B42}" srcOrd="0" destOrd="0" presId="urn:microsoft.com/office/officeart/2009/3/layout/HorizontalOrganizationChart"/>
    <dgm:cxn modelId="{5DCDF0B4-BC37-4586-8167-07FB9E60396D}" type="presParOf" srcId="{E6660F26-AB2B-4795-8557-780D9DFA9622}" destId="{EE00A85F-30C2-4718-BE83-D28DD30B05C5}" srcOrd="1" destOrd="0" presId="urn:microsoft.com/office/officeart/2009/3/layout/HorizontalOrganizationChart"/>
    <dgm:cxn modelId="{977C92F7-2DAE-4384-BC79-CCEE57B75ADE}" type="presParOf" srcId="{C00CBA41-B35D-4720-83A8-48CF453E04D3}" destId="{006619F5-EE94-4F2F-8904-927A6756A47E}" srcOrd="1" destOrd="0" presId="urn:microsoft.com/office/officeart/2009/3/layout/HorizontalOrganizationChart"/>
    <dgm:cxn modelId="{39DF6014-75F9-4E13-9CB8-7D3D405CCAD6}" type="presParOf" srcId="{C00CBA41-B35D-4720-83A8-48CF453E04D3}" destId="{B775B9CB-D5B6-45ED-9247-9DA99FF4A1B5}" srcOrd="2" destOrd="0" presId="urn:microsoft.com/office/officeart/2009/3/layout/HorizontalOrganizationChart"/>
    <dgm:cxn modelId="{BB626345-1FB9-42CA-BA23-6D6C3D7AE929}" type="presParOf" srcId="{523A3704-53B1-4C57-9AD0-48C1561CC48A}" destId="{A3C9E31F-7D25-4955-B82A-A944A328E3D0}" srcOrd="2" destOrd="0" presId="urn:microsoft.com/office/officeart/2009/3/layout/HorizontalOrganizationChart"/>
    <dgm:cxn modelId="{504B07F3-A7BF-46B0-A138-2D5B2E9697EE}" type="presParOf" srcId="{888D114D-0ACC-4DDB-B9E4-727BB11E7D80}" destId="{8BD5F45D-6B20-49BA-898F-4158F487957E}" srcOrd="4" destOrd="0" presId="urn:microsoft.com/office/officeart/2009/3/layout/HorizontalOrganizationChart"/>
    <dgm:cxn modelId="{C6123E6C-A54E-43DE-8C38-DE662C7B388B}" type="presParOf" srcId="{888D114D-0ACC-4DDB-B9E4-727BB11E7D80}" destId="{329BEEC4-C5B9-4DA9-9012-B5D94B32718A}" srcOrd="5" destOrd="0" presId="urn:microsoft.com/office/officeart/2009/3/layout/HorizontalOrganizationChart"/>
    <dgm:cxn modelId="{4FC3AF0A-7309-4A66-9084-D11096D93343}" type="presParOf" srcId="{329BEEC4-C5B9-4DA9-9012-B5D94B32718A}" destId="{0EB5D6CB-9C12-4169-B443-03589FDB56AD}" srcOrd="0" destOrd="0" presId="urn:microsoft.com/office/officeart/2009/3/layout/HorizontalOrganizationChart"/>
    <dgm:cxn modelId="{3E0E9795-F842-4F28-9836-739F7BEB2B6B}" type="presParOf" srcId="{0EB5D6CB-9C12-4169-B443-03589FDB56AD}" destId="{479116F0-A2C9-41D4-AB95-0AFA56FE5E9F}" srcOrd="0" destOrd="0" presId="urn:microsoft.com/office/officeart/2009/3/layout/HorizontalOrganizationChart"/>
    <dgm:cxn modelId="{4FB2F9FC-32F3-444E-85B2-34ABA9E1E0F3}" type="presParOf" srcId="{0EB5D6CB-9C12-4169-B443-03589FDB56AD}" destId="{3DBC97A7-8F94-4547-9403-94255D3DCD35}" srcOrd="1" destOrd="0" presId="urn:microsoft.com/office/officeart/2009/3/layout/HorizontalOrganizationChart"/>
    <dgm:cxn modelId="{D0B770D1-BA82-401F-B46C-8C6FC67A6287}" type="presParOf" srcId="{329BEEC4-C5B9-4DA9-9012-B5D94B32718A}" destId="{8EBEEAF2-591C-4A48-9C92-E1314988433C}" srcOrd="1" destOrd="0" presId="urn:microsoft.com/office/officeart/2009/3/layout/HorizontalOrganizationChart"/>
    <dgm:cxn modelId="{77ECE06B-432A-4413-9AEB-0BFE83D4733F}" type="presParOf" srcId="{329BEEC4-C5B9-4DA9-9012-B5D94B32718A}" destId="{154C5FFF-BC65-4B78-B014-F51F4BC36804}" srcOrd="2" destOrd="0" presId="urn:microsoft.com/office/officeart/2009/3/layout/HorizontalOrganizationChart"/>
    <dgm:cxn modelId="{802D1C7F-EDDA-44E7-8BA8-F3F5A92A5ECE}" type="presParOf" srcId="{888D114D-0ACC-4DDB-B9E4-727BB11E7D80}" destId="{DAB75849-D829-4E67-93D0-8875618B686E}" srcOrd="6" destOrd="0" presId="urn:microsoft.com/office/officeart/2009/3/layout/HorizontalOrganizationChart"/>
    <dgm:cxn modelId="{73DCA72B-258E-47D1-A6D6-D941FE1FD005}" type="presParOf" srcId="{888D114D-0ACC-4DDB-B9E4-727BB11E7D80}" destId="{86B4917E-AE4C-4223-8F2F-44F02236A1BE}" srcOrd="7" destOrd="0" presId="urn:microsoft.com/office/officeart/2009/3/layout/HorizontalOrganizationChart"/>
    <dgm:cxn modelId="{8913DD54-0F78-49BC-8FEC-6399749DA00F}" type="presParOf" srcId="{86B4917E-AE4C-4223-8F2F-44F02236A1BE}" destId="{6D101CEB-D486-4031-A5A0-69AB4CB07164}" srcOrd="0" destOrd="0" presId="urn:microsoft.com/office/officeart/2009/3/layout/HorizontalOrganizationChart"/>
    <dgm:cxn modelId="{64E5204E-0222-4892-BA96-7EFEAFEEEAF6}" type="presParOf" srcId="{6D101CEB-D486-4031-A5A0-69AB4CB07164}" destId="{54C4F9D3-0BF0-41E1-8FB2-C3EBE27C0B5B}" srcOrd="0" destOrd="0" presId="urn:microsoft.com/office/officeart/2009/3/layout/HorizontalOrganizationChart"/>
    <dgm:cxn modelId="{8CCD990B-08C6-4164-B430-389A2439BF0C}" type="presParOf" srcId="{6D101CEB-D486-4031-A5A0-69AB4CB07164}" destId="{3A2A0B62-5379-4AF8-94DE-203F4AD39C35}" srcOrd="1" destOrd="0" presId="urn:microsoft.com/office/officeart/2009/3/layout/HorizontalOrganizationChart"/>
    <dgm:cxn modelId="{787A8B41-5860-4860-938F-47D1D04F260E}" type="presParOf" srcId="{86B4917E-AE4C-4223-8F2F-44F02236A1BE}" destId="{716E5E1B-BE0B-4B8D-839D-55E7D13C8465}" srcOrd="1" destOrd="0" presId="urn:microsoft.com/office/officeart/2009/3/layout/HorizontalOrganizationChart"/>
    <dgm:cxn modelId="{08E410C6-A395-429D-ABA5-3EB87ACF7E25}" type="presParOf" srcId="{716E5E1B-BE0B-4B8D-839D-55E7D13C8465}" destId="{BDC2C622-B9C7-40A1-AC9B-86436F166265}" srcOrd="0" destOrd="0" presId="urn:microsoft.com/office/officeart/2009/3/layout/HorizontalOrganizationChart"/>
    <dgm:cxn modelId="{B243C0A8-2784-41BD-8940-C3898B9E797A}" type="presParOf" srcId="{716E5E1B-BE0B-4B8D-839D-55E7D13C8465}" destId="{EF4FCFED-144E-4063-8386-909D45E4EF08}" srcOrd="1" destOrd="0" presId="urn:microsoft.com/office/officeart/2009/3/layout/HorizontalOrganizationChart"/>
    <dgm:cxn modelId="{8D020CD6-8750-436A-9F17-323B0DA191D2}" type="presParOf" srcId="{EF4FCFED-144E-4063-8386-909D45E4EF08}" destId="{E2DD7015-A4C5-4DC0-A6D8-0E9F264CE151}" srcOrd="0" destOrd="0" presId="urn:microsoft.com/office/officeart/2009/3/layout/HorizontalOrganizationChart"/>
    <dgm:cxn modelId="{38D0ACE7-5EAC-4CCF-BEAB-14F6FEC082B4}" type="presParOf" srcId="{E2DD7015-A4C5-4DC0-A6D8-0E9F264CE151}" destId="{4E8CB604-7246-4C21-BC2F-E3AE83934BA5}" srcOrd="0" destOrd="0" presId="urn:microsoft.com/office/officeart/2009/3/layout/HorizontalOrganizationChart"/>
    <dgm:cxn modelId="{5CA3FF72-6278-4B46-B975-F4DF89922C26}" type="presParOf" srcId="{E2DD7015-A4C5-4DC0-A6D8-0E9F264CE151}" destId="{F89200A1-238F-400D-9EC8-978278689783}" srcOrd="1" destOrd="0" presId="urn:microsoft.com/office/officeart/2009/3/layout/HorizontalOrganizationChart"/>
    <dgm:cxn modelId="{84163AA8-D67F-4701-856A-3BEEA5D81A75}" type="presParOf" srcId="{EF4FCFED-144E-4063-8386-909D45E4EF08}" destId="{4A19C1CF-E481-4C34-A22F-F345B8E0F1D6}" srcOrd="1" destOrd="0" presId="urn:microsoft.com/office/officeart/2009/3/layout/HorizontalOrganizationChart"/>
    <dgm:cxn modelId="{314FBB1C-48AD-4703-8F98-7B1C310D083D}" type="presParOf" srcId="{EF4FCFED-144E-4063-8386-909D45E4EF08}" destId="{4FE33582-B10B-419A-8129-B99C6588D208}" srcOrd="2" destOrd="0" presId="urn:microsoft.com/office/officeart/2009/3/layout/HorizontalOrganizationChart"/>
    <dgm:cxn modelId="{7251F96E-DAB8-451F-B74D-A16C60537D03}" type="presParOf" srcId="{86B4917E-AE4C-4223-8F2F-44F02236A1BE}" destId="{24152500-D78C-49E5-9DA0-9649CB67F447}" srcOrd="2" destOrd="0" presId="urn:microsoft.com/office/officeart/2009/3/layout/HorizontalOrganizationChart"/>
    <dgm:cxn modelId="{9CF277ED-AAAE-4D76-9B18-8294D833ACA2}" type="presParOf" srcId="{888D114D-0ACC-4DDB-B9E4-727BB11E7D80}" destId="{AC56D55E-CE82-4D12-A4E0-6E84CA7E5B63}" srcOrd="8" destOrd="0" presId="urn:microsoft.com/office/officeart/2009/3/layout/HorizontalOrganizationChart"/>
    <dgm:cxn modelId="{FB570555-5ED4-4C28-82D0-9652E198F44C}" type="presParOf" srcId="{888D114D-0ACC-4DDB-B9E4-727BB11E7D80}" destId="{2F5ECE1A-DAED-4D98-9314-06C15E31C18A}" srcOrd="9" destOrd="0" presId="urn:microsoft.com/office/officeart/2009/3/layout/HorizontalOrganizationChart"/>
    <dgm:cxn modelId="{CE0555D7-8CFD-4503-9D7B-AD1937BB4505}" type="presParOf" srcId="{2F5ECE1A-DAED-4D98-9314-06C15E31C18A}" destId="{B7BF13B0-68B8-4962-892E-F66C3DF5C27A}" srcOrd="0" destOrd="0" presId="urn:microsoft.com/office/officeart/2009/3/layout/HorizontalOrganizationChart"/>
    <dgm:cxn modelId="{82D0ACA4-3EA4-4E84-AB2A-A2F37B9FC221}" type="presParOf" srcId="{B7BF13B0-68B8-4962-892E-F66C3DF5C27A}" destId="{5DD3BB30-0680-4DC3-8CB0-92C859A3752A}" srcOrd="0" destOrd="0" presId="urn:microsoft.com/office/officeart/2009/3/layout/HorizontalOrganizationChart"/>
    <dgm:cxn modelId="{B0BFCC3D-DD20-4D4A-A398-4F31291B0A83}" type="presParOf" srcId="{B7BF13B0-68B8-4962-892E-F66C3DF5C27A}" destId="{F8CEE5A5-7CBE-4EBB-ACF9-BF542D2D0F02}" srcOrd="1" destOrd="0" presId="urn:microsoft.com/office/officeart/2009/3/layout/HorizontalOrganizationChart"/>
    <dgm:cxn modelId="{4380248B-2CDB-445B-AB30-09F4792F5C12}" type="presParOf" srcId="{2F5ECE1A-DAED-4D98-9314-06C15E31C18A}" destId="{98C851CF-5CA7-449E-8B32-B531239B1A22}" srcOrd="1" destOrd="0" presId="urn:microsoft.com/office/officeart/2009/3/layout/HorizontalOrganizationChart"/>
    <dgm:cxn modelId="{EF6AF8DB-63D9-4DA1-B68B-AE8124E9B81C}" type="presParOf" srcId="{2F5ECE1A-DAED-4D98-9314-06C15E31C18A}" destId="{C97712BD-D03F-4BC4-84A6-A35C438DEDC1}" srcOrd="2" destOrd="0" presId="urn:microsoft.com/office/officeart/2009/3/layout/HorizontalOrganizationChart"/>
    <dgm:cxn modelId="{55C29DFD-525E-4EE5-A044-3B9B8179E086}" type="presParOf" srcId="{888D114D-0ACC-4DDB-B9E4-727BB11E7D80}" destId="{94219738-DE06-45C3-9DF3-1835F49F0A9E}" srcOrd="10" destOrd="0" presId="urn:microsoft.com/office/officeart/2009/3/layout/HorizontalOrganizationChart"/>
    <dgm:cxn modelId="{8CC3C6CD-1B43-4498-9B2E-4845278032EF}" type="presParOf" srcId="{888D114D-0ACC-4DDB-B9E4-727BB11E7D80}" destId="{5262C4D0-8147-4721-9869-0526259A9B1D}" srcOrd="11" destOrd="0" presId="urn:microsoft.com/office/officeart/2009/3/layout/HorizontalOrganizationChart"/>
    <dgm:cxn modelId="{04CE067D-9710-4A61-A07D-E6F84827FC36}" type="presParOf" srcId="{5262C4D0-8147-4721-9869-0526259A9B1D}" destId="{E62F7D83-792E-4F9C-B736-3AC85C3CA3BA}" srcOrd="0" destOrd="0" presId="urn:microsoft.com/office/officeart/2009/3/layout/HorizontalOrganizationChart"/>
    <dgm:cxn modelId="{DD069BF4-EAF6-4380-BA1D-1CA637F8F9E7}" type="presParOf" srcId="{E62F7D83-792E-4F9C-B736-3AC85C3CA3BA}" destId="{30F0D88C-76D8-4D80-90CF-5056C87C8B20}" srcOrd="0" destOrd="0" presId="urn:microsoft.com/office/officeart/2009/3/layout/HorizontalOrganizationChart"/>
    <dgm:cxn modelId="{405014A0-1F12-43D6-91B7-8284F8C1017F}" type="presParOf" srcId="{E62F7D83-792E-4F9C-B736-3AC85C3CA3BA}" destId="{6415F84D-F5C8-4CDD-91AE-D1E89A2CA857}" srcOrd="1" destOrd="0" presId="urn:microsoft.com/office/officeart/2009/3/layout/HorizontalOrganizationChart"/>
    <dgm:cxn modelId="{6B2AB542-6A17-431E-9A09-73EAAF0DDB24}" type="presParOf" srcId="{5262C4D0-8147-4721-9869-0526259A9B1D}" destId="{0510CC9E-E082-4BA5-BEF4-DA279EDBE852}" srcOrd="1" destOrd="0" presId="urn:microsoft.com/office/officeart/2009/3/layout/HorizontalOrganizationChart"/>
    <dgm:cxn modelId="{A9AC1E94-54FC-4EBB-8760-44C83A5ABCED}" type="presParOf" srcId="{5262C4D0-8147-4721-9869-0526259A9B1D}" destId="{37E8A486-2CC9-44B9-92DD-355B209F6593}" srcOrd="2" destOrd="0" presId="urn:microsoft.com/office/officeart/2009/3/layout/HorizontalOrganizationChart"/>
    <dgm:cxn modelId="{F036FCA1-E0AE-45BB-8E53-25BD37D78E9C}" type="presParOf" srcId="{77AB5C7A-2AB1-4927-9652-A0D23665DADC}" destId="{6FE86590-0E5B-4802-9A5E-076210ECC852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19738-DE06-45C3-9DF3-1835F49F0A9E}">
      <dsp:nvSpPr>
        <dsp:cNvPr id="0" name=""/>
        <dsp:cNvSpPr/>
      </dsp:nvSpPr>
      <dsp:spPr>
        <a:xfrm>
          <a:off x="3316594" y="2611966"/>
          <a:ext cx="425242" cy="22856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621" y="0"/>
              </a:lnTo>
              <a:lnTo>
                <a:pt x="212621" y="2285676"/>
              </a:lnTo>
              <a:lnTo>
                <a:pt x="425242" y="228567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56D55E-CE82-4D12-A4E0-6E84CA7E5B63}">
      <dsp:nvSpPr>
        <dsp:cNvPr id="0" name=""/>
        <dsp:cNvSpPr/>
      </dsp:nvSpPr>
      <dsp:spPr>
        <a:xfrm>
          <a:off x="3316594" y="2611966"/>
          <a:ext cx="425242" cy="1371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621" y="0"/>
              </a:lnTo>
              <a:lnTo>
                <a:pt x="212621" y="1371405"/>
              </a:lnTo>
              <a:lnTo>
                <a:pt x="425242" y="137140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C2C622-B9C7-40A1-AC9B-86436F166265}">
      <dsp:nvSpPr>
        <dsp:cNvPr id="0" name=""/>
        <dsp:cNvSpPr/>
      </dsp:nvSpPr>
      <dsp:spPr>
        <a:xfrm>
          <a:off x="5868047" y="3023381"/>
          <a:ext cx="425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4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B75849-D829-4E67-93D0-8875618B686E}">
      <dsp:nvSpPr>
        <dsp:cNvPr id="0" name=""/>
        <dsp:cNvSpPr/>
      </dsp:nvSpPr>
      <dsp:spPr>
        <a:xfrm>
          <a:off x="3316594" y="2611966"/>
          <a:ext cx="425242" cy="4571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621" y="0"/>
              </a:lnTo>
              <a:lnTo>
                <a:pt x="212621" y="457135"/>
              </a:lnTo>
              <a:lnTo>
                <a:pt x="425242" y="45713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D5F45D-6B20-49BA-898F-4158F487957E}">
      <dsp:nvSpPr>
        <dsp:cNvPr id="0" name=""/>
        <dsp:cNvSpPr/>
      </dsp:nvSpPr>
      <dsp:spPr>
        <a:xfrm>
          <a:off x="3316594" y="2154831"/>
          <a:ext cx="425242" cy="457135"/>
        </a:xfrm>
        <a:custGeom>
          <a:avLst/>
          <a:gdLst/>
          <a:ahLst/>
          <a:cxnLst/>
          <a:rect l="0" t="0" r="0" b="0"/>
          <a:pathLst>
            <a:path>
              <a:moveTo>
                <a:pt x="0" y="457135"/>
              </a:moveTo>
              <a:lnTo>
                <a:pt x="212621" y="457135"/>
              </a:lnTo>
              <a:lnTo>
                <a:pt x="212621" y="0"/>
              </a:lnTo>
              <a:lnTo>
                <a:pt x="42524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0E4FD-5FCF-43D5-98F5-EA75E0199ED7}">
      <dsp:nvSpPr>
        <dsp:cNvPr id="0" name=""/>
        <dsp:cNvSpPr/>
      </dsp:nvSpPr>
      <dsp:spPr>
        <a:xfrm>
          <a:off x="5868047" y="1194840"/>
          <a:ext cx="425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4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762FD-138E-4509-8B27-E55D80AE6B7A}">
      <dsp:nvSpPr>
        <dsp:cNvPr id="0" name=""/>
        <dsp:cNvSpPr/>
      </dsp:nvSpPr>
      <dsp:spPr>
        <a:xfrm>
          <a:off x="3316594" y="1240560"/>
          <a:ext cx="425242" cy="1371405"/>
        </a:xfrm>
        <a:custGeom>
          <a:avLst/>
          <a:gdLst/>
          <a:ahLst/>
          <a:cxnLst/>
          <a:rect l="0" t="0" r="0" b="0"/>
          <a:pathLst>
            <a:path>
              <a:moveTo>
                <a:pt x="0" y="1371405"/>
              </a:moveTo>
              <a:lnTo>
                <a:pt x="212621" y="1371405"/>
              </a:lnTo>
              <a:lnTo>
                <a:pt x="212621" y="0"/>
              </a:lnTo>
              <a:lnTo>
                <a:pt x="42524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2CA4D2-A4EE-4780-A53D-1C50D24BA8B3}">
      <dsp:nvSpPr>
        <dsp:cNvPr id="0" name=""/>
        <dsp:cNvSpPr/>
      </dsp:nvSpPr>
      <dsp:spPr>
        <a:xfrm>
          <a:off x="5868047" y="280570"/>
          <a:ext cx="4252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5242" y="4572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4F3E09-F26D-437A-AF0B-DBBF4E3372D8}">
      <dsp:nvSpPr>
        <dsp:cNvPr id="0" name=""/>
        <dsp:cNvSpPr/>
      </dsp:nvSpPr>
      <dsp:spPr>
        <a:xfrm>
          <a:off x="3316594" y="326290"/>
          <a:ext cx="425242" cy="2285676"/>
        </a:xfrm>
        <a:custGeom>
          <a:avLst/>
          <a:gdLst/>
          <a:ahLst/>
          <a:cxnLst/>
          <a:rect l="0" t="0" r="0" b="0"/>
          <a:pathLst>
            <a:path>
              <a:moveTo>
                <a:pt x="0" y="2285676"/>
              </a:moveTo>
              <a:lnTo>
                <a:pt x="212621" y="2285676"/>
              </a:lnTo>
              <a:lnTo>
                <a:pt x="212621" y="0"/>
              </a:lnTo>
              <a:lnTo>
                <a:pt x="425242" y="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B84E8A-5ED0-470D-A5BF-8964B1B7B682}">
      <dsp:nvSpPr>
        <dsp:cNvPr id="0" name=""/>
        <dsp:cNvSpPr/>
      </dsp:nvSpPr>
      <dsp:spPr>
        <a:xfrm>
          <a:off x="1190384" y="2287719"/>
          <a:ext cx="2126210" cy="648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General Manager</a:t>
          </a:r>
        </a:p>
      </dsp:txBody>
      <dsp:txXfrm>
        <a:off x="1190384" y="2287719"/>
        <a:ext cx="2126210" cy="648494"/>
      </dsp:txXfrm>
    </dsp:sp>
    <dsp:sp modelId="{12F726D9-6734-45BE-B476-0A3D25244444}">
      <dsp:nvSpPr>
        <dsp:cNvPr id="0" name=""/>
        <dsp:cNvSpPr/>
      </dsp:nvSpPr>
      <dsp:spPr>
        <a:xfrm>
          <a:off x="3741836" y="2043"/>
          <a:ext cx="2126210" cy="648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Director of Rooms</a:t>
          </a:r>
        </a:p>
      </dsp:txBody>
      <dsp:txXfrm>
        <a:off x="3741836" y="2043"/>
        <a:ext cx="2126210" cy="648494"/>
      </dsp:txXfrm>
    </dsp:sp>
    <dsp:sp modelId="{684CEAAE-A9D6-4DDA-9172-F9486DE324B7}">
      <dsp:nvSpPr>
        <dsp:cNvPr id="0" name=""/>
        <dsp:cNvSpPr/>
      </dsp:nvSpPr>
      <dsp:spPr>
        <a:xfrm>
          <a:off x="6293289" y="2043"/>
          <a:ext cx="2126210" cy="648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Front Office Manager</a:t>
          </a:r>
        </a:p>
      </dsp:txBody>
      <dsp:txXfrm>
        <a:off x="6293289" y="2043"/>
        <a:ext cx="2126210" cy="648494"/>
      </dsp:txXfrm>
    </dsp:sp>
    <dsp:sp modelId="{491C7BE3-2DC9-4B08-9A90-367A816233DD}">
      <dsp:nvSpPr>
        <dsp:cNvPr id="0" name=""/>
        <dsp:cNvSpPr/>
      </dsp:nvSpPr>
      <dsp:spPr>
        <a:xfrm>
          <a:off x="3741836" y="916313"/>
          <a:ext cx="2126210" cy="648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Director of Finance</a:t>
          </a:r>
        </a:p>
      </dsp:txBody>
      <dsp:txXfrm>
        <a:off x="3741836" y="916313"/>
        <a:ext cx="2126210" cy="648494"/>
      </dsp:txXfrm>
    </dsp:sp>
    <dsp:sp modelId="{5F1059A8-7EC4-4F28-8BCB-F58072434B42}">
      <dsp:nvSpPr>
        <dsp:cNvPr id="0" name=""/>
        <dsp:cNvSpPr/>
      </dsp:nvSpPr>
      <dsp:spPr>
        <a:xfrm>
          <a:off x="6293289" y="916313"/>
          <a:ext cx="2126210" cy="648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Accounting Manager</a:t>
          </a:r>
        </a:p>
      </dsp:txBody>
      <dsp:txXfrm>
        <a:off x="6293289" y="916313"/>
        <a:ext cx="2126210" cy="648494"/>
      </dsp:txXfrm>
    </dsp:sp>
    <dsp:sp modelId="{479116F0-A2C9-41D4-AB95-0AFA56FE5E9F}">
      <dsp:nvSpPr>
        <dsp:cNvPr id="0" name=""/>
        <dsp:cNvSpPr/>
      </dsp:nvSpPr>
      <dsp:spPr>
        <a:xfrm>
          <a:off x="3741836" y="1830584"/>
          <a:ext cx="2126210" cy="64849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Director of People &amp; Culture</a:t>
          </a:r>
          <a:r>
            <a:rPr lang="en-US" sz="2000" kern="1200" baseline="30000" dirty="0"/>
            <a:t>1</a:t>
          </a:r>
        </a:p>
      </dsp:txBody>
      <dsp:txXfrm>
        <a:off x="3741836" y="1830584"/>
        <a:ext cx="2126210" cy="648494"/>
      </dsp:txXfrm>
    </dsp:sp>
    <dsp:sp modelId="{54C4F9D3-0BF0-41E1-8FB2-C3EBE27C0B5B}">
      <dsp:nvSpPr>
        <dsp:cNvPr id="0" name=""/>
        <dsp:cNvSpPr/>
      </dsp:nvSpPr>
      <dsp:spPr>
        <a:xfrm>
          <a:off x="3741836" y="2744854"/>
          <a:ext cx="2126210" cy="64849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Director of Sales &amp; Marketing</a:t>
          </a:r>
          <a:r>
            <a:rPr lang="en-US" sz="2000" kern="1200" baseline="30000" dirty="0"/>
            <a:t>2</a:t>
          </a:r>
        </a:p>
      </dsp:txBody>
      <dsp:txXfrm>
        <a:off x="3741836" y="2744854"/>
        <a:ext cx="2126210" cy="648494"/>
      </dsp:txXfrm>
    </dsp:sp>
    <dsp:sp modelId="{4E8CB604-7246-4C21-BC2F-E3AE83934BA5}">
      <dsp:nvSpPr>
        <dsp:cNvPr id="0" name=""/>
        <dsp:cNvSpPr/>
      </dsp:nvSpPr>
      <dsp:spPr>
        <a:xfrm>
          <a:off x="6293289" y="2744854"/>
          <a:ext cx="2126210" cy="648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Sales Manager</a:t>
          </a:r>
        </a:p>
      </dsp:txBody>
      <dsp:txXfrm>
        <a:off x="6293289" y="2744854"/>
        <a:ext cx="2126210" cy="648494"/>
      </dsp:txXfrm>
    </dsp:sp>
    <dsp:sp modelId="{5DD3BB30-0680-4DC3-8CB0-92C859A3752A}">
      <dsp:nvSpPr>
        <dsp:cNvPr id="0" name=""/>
        <dsp:cNvSpPr/>
      </dsp:nvSpPr>
      <dsp:spPr>
        <a:xfrm>
          <a:off x="3741836" y="3659125"/>
          <a:ext cx="2126210" cy="64849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Director of Revenue Analysis</a:t>
          </a:r>
          <a:r>
            <a:rPr lang="en-US" sz="2000" kern="1200" baseline="30000" dirty="0"/>
            <a:t>3</a:t>
          </a:r>
          <a:endParaRPr lang="en-US" sz="2000" kern="1200" dirty="0"/>
        </a:p>
      </dsp:txBody>
      <dsp:txXfrm>
        <a:off x="3741836" y="3659125"/>
        <a:ext cx="2126210" cy="648494"/>
      </dsp:txXfrm>
    </dsp:sp>
    <dsp:sp modelId="{30F0D88C-76D8-4D80-90CF-5056C87C8B20}">
      <dsp:nvSpPr>
        <dsp:cNvPr id="0" name=""/>
        <dsp:cNvSpPr/>
      </dsp:nvSpPr>
      <dsp:spPr>
        <a:xfrm>
          <a:off x="3741836" y="4573395"/>
          <a:ext cx="2126210" cy="6484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Engineering Supervisor</a:t>
          </a:r>
        </a:p>
      </dsp:txBody>
      <dsp:txXfrm>
        <a:off x="3741836" y="4573395"/>
        <a:ext cx="2126210" cy="648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2510-B54E-BC18-3ED9-AD33355A9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42E05-5968-78A2-1D25-D8D255C34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58536-7AE7-F2D6-6CFD-FEAD4F21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A87FE-20A1-E381-2106-D18579E5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14A35-B162-BFA5-FA53-5D470898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9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21D9-AF5C-9A25-701D-B8A08D47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4F22-6AB2-9263-3B8D-15FAAEB6B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1AAC1-2586-FD4C-8E51-6D7F6203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960F-14C9-0FB7-5A4F-90E24143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63586-3876-CE5D-7533-B47AF275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2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36B8-B711-44AB-7A5B-896E7CA0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67C3-C382-5BB4-7873-ABFB67FF5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CF567-2204-7401-696B-AF27B789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3864D-1C09-1A82-7BD2-5E7F53BA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0A086-A690-AE95-BC36-7AEADB655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CC14-A977-24FC-8BA4-9363F377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9433F-4F3A-E3A5-2F1E-559C4675C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309CD-5EC3-F9DC-A1B6-09DE9C525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951C7-C16A-70A1-2EC5-AE79FA60C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02E80-DAA1-BFDA-4727-3622E5E6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03125-3CFA-4603-D039-82305572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0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A140-A733-E2BE-3BDE-A785F3D8E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47739-0105-B268-6FD3-62F8F8498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25C23-6787-B87E-1E6D-F0D611264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1F862-1982-0290-E068-D43F7964E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8FDC8-A211-774E-4386-5D48E9ED0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443F05-96ED-4CB6-E47C-8AF6CCFE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835C5-F70F-8D1D-693B-38B4EF27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DCE9A-70A3-C0F5-24AA-B8BE573B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0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77DD5-3014-D4FE-E2AC-7AF4C1CF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EFF13-0E8D-F585-AEB6-B14AAC90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49C93-1FB1-0CE3-23B6-16BF3123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5EEA9-42D6-8889-B650-DA5A0B75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6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D7876-3B09-CC79-A76B-8FDE860F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F7AAC9-A984-6669-E13F-404955FD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92FB8-C2A4-B54B-D119-6EEE34E6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40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CB0A-C297-6C4E-C624-6ABC66A3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B7DA-D577-DC04-74E1-900D2A4C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066C-6FF7-6B1A-A5C4-F209460D1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B1D22-8B13-67ED-287F-A7108347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6F0BE-5CE8-17E9-284B-4147497B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00B88-6BCC-D161-DC5E-8065915E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9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F55D-8ACB-0989-52A7-C6ABFCF3B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A5B00-72D8-F8EE-738E-6A1D5414C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BBCC9-BA39-1465-BAF4-78500B48E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FC6D7-35AC-09A2-CF2F-AE7089C7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F71B6-0511-3C4F-B104-F7B89F27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C9371-1C13-14A8-0557-C391B0A1F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3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E0E7-9821-D1EF-4249-1145FA62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D60E5-4C14-AB36-EF0B-91E0D755E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72DB9-3846-2587-EF9C-7FE4A2E7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67D01-909A-3571-4EB8-7104F2DD8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6DAC8-35AA-9FBF-D64F-824F37DC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9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CCB74-0F8E-9F66-1254-40CACC12A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8FAFF-A6DB-E4BC-171E-59B3F8062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1D2B6-B8FF-0437-9EE2-4E122D355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DEAF5-3A09-0E44-715A-FFF48604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7945B-E7AE-627A-73C9-69068508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9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450D3-FA22-4C36-57CC-227758F9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AE0C4-863B-D196-95F6-BFBE0F842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F4A7B-1230-DEEA-E44C-04633DBF2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383F8-527B-4208-9F10-DA7E7441EDFC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2556F-580F-5A04-ACD5-9CC9B9774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DBB87-A0DC-02F4-0EB8-AC4BA377A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CA041-3EAF-4FD3-B6F9-6B5DC3EC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2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3A0678F-1241-A4F1-24B2-CC5B2A748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43867"/>
              </p:ext>
            </p:extLst>
          </p:nvPr>
        </p:nvGraphicFramePr>
        <p:xfrm>
          <a:off x="532737" y="596348"/>
          <a:ext cx="9609884" cy="5223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F30305-27DD-76C1-904B-EC07CB37DDEE}"/>
              </a:ext>
            </a:extLst>
          </p:cNvPr>
          <p:cNvSpPr txBox="1"/>
          <p:nvPr/>
        </p:nvSpPr>
        <p:spPr>
          <a:xfrm>
            <a:off x="372979" y="5820281"/>
            <a:ext cx="28444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aseline="30000"/>
              <a:t>1</a:t>
            </a:r>
            <a:r>
              <a:rPr lang="en-US" sz="1400" baseline="30000" dirty="0"/>
              <a:t> </a:t>
            </a:r>
            <a:r>
              <a:rPr lang="en-US" sz="1400"/>
              <a:t>Director </a:t>
            </a:r>
            <a:r>
              <a:rPr lang="en-US" sz="1400" dirty="0"/>
              <a:t>of P&amp;C allocation is 58%</a:t>
            </a:r>
          </a:p>
          <a:p>
            <a:r>
              <a:rPr lang="en-US" sz="1400" baseline="30000" dirty="0"/>
              <a:t>2 </a:t>
            </a:r>
            <a:r>
              <a:rPr lang="en-US" sz="1400" dirty="0"/>
              <a:t>Director of S&amp;M allocation is 58%</a:t>
            </a:r>
          </a:p>
          <a:p>
            <a:r>
              <a:rPr lang="en-US" sz="1400" baseline="30000" dirty="0"/>
              <a:t>3 </a:t>
            </a:r>
            <a:r>
              <a:rPr lang="en-US" sz="1400" dirty="0"/>
              <a:t>Director of RM allocation is 42%</a:t>
            </a:r>
          </a:p>
        </p:txBody>
      </p:sp>
    </p:spTree>
    <p:extLst>
      <p:ext uri="{BB962C8B-B14F-4D97-AF65-F5344CB8AC3E}">
        <p14:creationId xmlns:p14="http://schemas.microsoft.com/office/powerpoint/2010/main" val="4265828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Josefina Radcliffe</dc:creator>
  <cp:lastModifiedBy>Josefina Radcliffe</cp:lastModifiedBy>
  <cp:revision>1</cp:revision>
  <dcterms:created xsi:type="dcterms:W3CDTF">2024-10-03T17:41:08Z</dcterms:created>
  <dcterms:modified xsi:type="dcterms:W3CDTF">2024-10-03T17:56:16Z</dcterms:modified>
</cp:coreProperties>
</file>